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756" r:id="rId3"/>
    <p:sldId id="746" r:id="rId4"/>
    <p:sldId id="747" r:id="rId5"/>
    <p:sldId id="748" r:id="rId6"/>
    <p:sldId id="750" r:id="rId7"/>
    <p:sldId id="751" r:id="rId8"/>
    <p:sldId id="483" r:id="rId9"/>
    <p:sldId id="752" r:id="rId10"/>
    <p:sldId id="749" r:id="rId11"/>
    <p:sldId id="753" r:id="rId12"/>
    <p:sldId id="754" r:id="rId13"/>
    <p:sldId id="7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26048-529A-8444-AC24-8AE000054B08}" v="3" dt="2025-02-12T17:02:51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28"/>
  </p:normalViewPr>
  <p:slideViewPr>
    <p:cSldViewPr snapToGrid="0">
      <p:cViewPr varScale="1">
        <p:scale>
          <a:sx n="85" d="100"/>
          <a:sy n="85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nderson" userId="S::craig.anderson@glasgow.ac.uk::245b0fb3-f9d6-45ba-bd55-a42944599f0c" providerId="AD" clId="Web-{123D0977-FE62-4CBF-BB10-B75ACDF01B4D}"/>
    <pc:docChg chg="delSld modSld">
      <pc:chgData name="Craig Anderson" userId="S::craig.anderson@glasgow.ac.uk::245b0fb3-f9d6-45ba-bd55-a42944599f0c" providerId="AD" clId="Web-{123D0977-FE62-4CBF-BB10-B75ACDF01B4D}" dt="2024-02-15T10:51:13.648" v="1"/>
      <pc:docMkLst>
        <pc:docMk/>
      </pc:docMkLst>
      <pc:sldChg chg="modSp">
        <pc:chgData name="Craig Anderson" userId="S::craig.anderson@glasgow.ac.uk::245b0fb3-f9d6-45ba-bd55-a42944599f0c" providerId="AD" clId="Web-{123D0977-FE62-4CBF-BB10-B75ACDF01B4D}" dt="2024-02-15T10:50:45.772" v="0" actId="20577"/>
        <pc:sldMkLst>
          <pc:docMk/>
          <pc:sldMk cId="4244171547" sldId="256"/>
        </pc:sldMkLst>
      </pc:sldChg>
      <pc:sldChg chg="del">
        <pc:chgData name="Craig Anderson" userId="S::craig.anderson@glasgow.ac.uk::245b0fb3-f9d6-45ba-bd55-a42944599f0c" providerId="AD" clId="Web-{123D0977-FE62-4CBF-BB10-B75ACDF01B4D}" dt="2024-02-15T10:51:13.648" v="1"/>
        <pc:sldMkLst>
          <pc:docMk/>
          <pc:sldMk cId="310930000" sldId="557"/>
        </pc:sldMkLst>
      </pc:sldChg>
    </pc:docChg>
  </pc:docChgLst>
  <pc:docChgLst>
    <pc:chgData name="Craig Alexander" userId="cbab3422-1701-47c9-a4f0-14c0d221c31a" providerId="ADAL" clId="{62126048-529A-8444-AC24-8AE000054B08}"/>
    <pc:docChg chg="undo custSel addSld delSld modSld">
      <pc:chgData name="Craig Alexander" userId="cbab3422-1701-47c9-a4f0-14c0d221c31a" providerId="ADAL" clId="{62126048-529A-8444-AC24-8AE000054B08}" dt="2025-02-12T17:04:38.233" v="662" actId="20577"/>
      <pc:docMkLst>
        <pc:docMk/>
      </pc:docMkLst>
      <pc:sldChg chg="modSp mod">
        <pc:chgData name="Craig Alexander" userId="cbab3422-1701-47c9-a4f0-14c0d221c31a" providerId="ADAL" clId="{62126048-529A-8444-AC24-8AE000054B08}" dt="2025-02-11T22:54:10.846" v="57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62126048-529A-8444-AC24-8AE000054B08}" dt="2025-02-11T22:53:59.524" v="53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62126048-529A-8444-AC24-8AE000054B08}" dt="2025-02-11T22:54:10.846" v="57" actId="20577"/>
          <ac:spMkLst>
            <pc:docMk/>
            <pc:sldMk cId="4244171547" sldId="256"/>
            <ac:spMk id="3" creationId="{00000000-0000-0000-0000-000000000000}"/>
          </ac:spMkLst>
        </pc:spChg>
      </pc:sldChg>
      <pc:sldChg chg="modSp mod">
        <pc:chgData name="Craig Alexander" userId="cbab3422-1701-47c9-a4f0-14c0d221c31a" providerId="ADAL" clId="{62126048-529A-8444-AC24-8AE000054B08}" dt="2025-02-12T17:00:59.641" v="356" actId="33524"/>
        <pc:sldMkLst>
          <pc:docMk/>
          <pc:sldMk cId="3123057367" sldId="483"/>
        </pc:sldMkLst>
        <pc:spChg chg="mod">
          <ac:chgData name="Craig Alexander" userId="cbab3422-1701-47c9-a4f0-14c0d221c31a" providerId="ADAL" clId="{62126048-529A-8444-AC24-8AE000054B08}" dt="2025-02-12T17:00:59.641" v="356" actId="33524"/>
          <ac:spMkLst>
            <pc:docMk/>
            <pc:sldMk cId="3123057367" sldId="483"/>
            <ac:spMk id="4" creationId="{E2F05347-6777-3162-650D-60E0666650F0}"/>
          </ac:spMkLst>
        </pc:spChg>
      </pc:sldChg>
      <pc:sldChg chg="modSp mod">
        <pc:chgData name="Craig Alexander" userId="cbab3422-1701-47c9-a4f0-14c0d221c31a" providerId="ADAL" clId="{62126048-529A-8444-AC24-8AE000054B08}" dt="2025-02-12T16:58:03.956" v="344" actId="20577"/>
        <pc:sldMkLst>
          <pc:docMk/>
          <pc:sldMk cId="2156830788" sldId="747"/>
        </pc:sldMkLst>
        <pc:spChg chg="mod">
          <ac:chgData name="Craig Alexander" userId="cbab3422-1701-47c9-a4f0-14c0d221c31a" providerId="ADAL" clId="{62126048-529A-8444-AC24-8AE000054B08}" dt="2025-02-12T16:58:03.956" v="344" actId="20577"/>
          <ac:spMkLst>
            <pc:docMk/>
            <pc:sldMk cId="2156830788" sldId="747"/>
            <ac:spMk id="3" creationId="{0069A9D4-9DC9-AC07-DC26-EF205F7F911D}"/>
          </ac:spMkLst>
        </pc:spChg>
      </pc:sldChg>
      <pc:sldChg chg="modSp mod">
        <pc:chgData name="Craig Alexander" userId="cbab3422-1701-47c9-a4f0-14c0d221c31a" providerId="ADAL" clId="{62126048-529A-8444-AC24-8AE000054B08}" dt="2025-02-12T16:58:19.742" v="345" actId="313"/>
        <pc:sldMkLst>
          <pc:docMk/>
          <pc:sldMk cId="2043730150" sldId="748"/>
        </pc:sldMkLst>
        <pc:spChg chg="mod">
          <ac:chgData name="Craig Alexander" userId="cbab3422-1701-47c9-a4f0-14c0d221c31a" providerId="ADAL" clId="{62126048-529A-8444-AC24-8AE000054B08}" dt="2025-02-12T16:58:19.742" v="345" actId="313"/>
          <ac:spMkLst>
            <pc:docMk/>
            <pc:sldMk cId="2043730150" sldId="748"/>
            <ac:spMk id="3" creationId="{46E71930-4075-FB79-0541-B5912DB4D5E7}"/>
          </ac:spMkLst>
        </pc:spChg>
      </pc:sldChg>
      <pc:sldChg chg="modSp mod">
        <pc:chgData name="Craig Alexander" userId="cbab3422-1701-47c9-a4f0-14c0d221c31a" providerId="ADAL" clId="{62126048-529A-8444-AC24-8AE000054B08}" dt="2025-02-12T17:01:44.153" v="441" actId="20577"/>
        <pc:sldMkLst>
          <pc:docMk/>
          <pc:sldMk cId="1926520772" sldId="749"/>
        </pc:sldMkLst>
        <pc:spChg chg="mod">
          <ac:chgData name="Craig Alexander" userId="cbab3422-1701-47c9-a4f0-14c0d221c31a" providerId="ADAL" clId="{62126048-529A-8444-AC24-8AE000054B08}" dt="2025-02-12T17:01:44.153" v="441" actId="20577"/>
          <ac:spMkLst>
            <pc:docMk/>
            <pc:sldMk cId="1926520772" sldId="749"/>
            <ac:spMk id="4" creationId="{E2F05347-6777-3162-650D-60E0666650F0}"/>
          </ac:spMkLst>
        </pc:spChg>
      </pc:sldChg>
      <pc:sldChg chg="modSp mod">
        <pc:chgData name="Craig Alexander" userId="cbab3422-1701-47c9-a4f0-14c0d221c31a" providerId="ADAL" clId="{62126048-529A-8444-AC24-8AE000054B08}" dt="2025-02-12T17:00:43.504" v="355" actId="20577"/>
        <pc:sldMkLst>
          <pc:docMk/>
          <pc:sldMk cId="2935074100" sldId="751"/>
        </pc:sldMkLst>
        <pc:spChg chg="mod">
          <ac:chgData name="Craig Alexander" userId="cbab3422-1701-47c9-a4f0-14c0d221c31a" providerId="ADAL" clId="{62126048-529A-8444-AC24-8AE000054B08}" dt="2025-02-12T16:58:34.777" v="348" actId="20577"/>
          <ac:spMkLst>
            <pc:docMk/>
            <pc:sldMk cId="2935074100" sldId="751"/>
            <ac:spMk id="5" creationId="{3D54DAD4-52A3-4BF8-186D-0B949AD7C572}"/>
          </ac:spMkLst>
        </pc:spChg>
        <pc:spChg chg="mod">
          <ac:chgData name="Craig Alexander" userId="cbab3422-1701-47c9-a4f0-14c0d221c31a" providerId="ADAL" clId="{62126048-529A-8444-AC24-8AE000054B08}" dt="2025-02-12T17:00:43.504" v="355" actId="20577"/>
          <ac:spMkLst>
            <pc:docMk/>
            <pc:sldMk cId="2935074100" sldId="751"/>
            <ac:spMk id="6" creationId="{85E2E472-A758-C795-A244-5C570CE263DA}"/>
          </ac:spMkLst>
        </pc:spChg>
      </pc:sldChg>
      <pc:sldChg chg="modSp mod">
        <pc:chgData name="Craig Alexander" userId="cbab3422-1701-47c9-a4f0-14c0d221c31a" providerId="ADAL" clId="{62126048-529A-8444-AC24-8AE000054B08}" dt="2025-02-12T17:02:00.707" v="452" actId="20577"/>
        <pc:sldMkLst>
          <pc:docMk/>
          <pc:sldMk cId="2428977440" sldId="753"/>
        </pc:sldMkLst>
        <pc:spChg chg="mod">
          <ac:chgData name="Craig Alexander" userId="cbab3422-1701-47c9-a4f0-14c0d221c31a" providerId="ADAL" clId="{62126048-529A-8444-AC24-8AE000054B08}" dt="2025-02-12T17:02:00.707" v="452" actId="20577"/>
          <ac:spMkLst>
            <pc:docMk/>
            <pc:sldMk cId="2428977440" sldId="753"/>
            <ac:spMk id="5" creationId="{88EEE224-AACC-0FF6-7586-DB51DEE51941}"/>
          </ac:spMkLst>
        </pc:spChg>
      </pc:sldChg>
      <pc:sldChg chg="modSp mod">
        <pc:chgData name="Craig Alexander" userId="cbab3422-1701-47c9-a4f0-14c0d221c31a" providerId="ADAL" clId="{62126048-529A-8444-AC24-8AE000054B08}" dt="2025-02-12T17:04:38.233" v="662" actId="20577"/>
        <pc:sldMkLst>
          <pc:docMk/>
          <pc:sldMk cId="1742199685" sldId="754"/>
        </pc:sldMkLst>
        <pc:spChg chg="mod">
          <ac:chgData name="Craig Alexander" userId="cbab3422-1701-47c9-a4f0-14c0d221c31a" providerId="ADAL" clId="{62126048-529A-8444-AC24-8AE000054B08}" dt="2025-02-12T17:04:38.233" v="662" actId="20577"/>
          <ac:spMkLst>
            <pc:docMk/>
            <pc:sldMk cId="1742199685" sldId="754"/>
            <ac:spMk id="5" creationId="{333208A9-8369-909C-1629-51F88B9C920C}"/>
          </ac:spMkLst>
        </pc:spChg>
      </pc:sldChg>
      <pc:sldChg chg="modSp del mod">
        <pc:chgData name="Craig Alexander" userId="cbab3422-1701-47c9-a4f0-14c0d221c31a" providerId="ADAL" clId="{62126048-529A-8444-AC24-8AE000054B08}" dt="2025-02-11T22:56:10.087" v="84" actId="2696"/>
        <pc:sldMkLst>
          <pc:docMk/>
          <pc:sldMk cId="3438397320" sldId="755"/>
        </pc:sldMkLst>
        <pc:spChg chg="mod">
          <ac:chgData name="Craig Alexander" userId="cbab3422-1701-47c9-a4f0-14c0d221c31a" providerId="ADAL" clId="{62126048-529A-8444-AC24-8AE000054B08}" dt="2025-02-11T20:41:19.806" v="3" actId="20577"/>
          <ac:spMkLst>
            <pc:docMk/>
            <pc:sldMk cId="3438397320" sldId="755"/>
            <ac:spMk id="6" creationId="{81328FDC-29C1-084B-DF8B-63F5B6CFEB37}"/>
          </ac:spMkLst>
        </pc:spChg>
      </pc:sldChg>
      <pc:sldChg chg="modSp add mod">
        <pc:chgData name="Craig Alexander" userId="cbab3422-1701-47c9-a4f0-14c0d221c31a" providerId="ADAL" clId="{62126048-529A-8444-AC24-8AE000054B08}" dt="2025-02-11T22:56:01.714" v="83" actId="20577"/>
        <pc:sldMkLst>
          <pc:docMk/>
          <pc:sldMk cId="690606095" sldId="756"/>
        </pc:sldMkLst>
        <pc:spChg chg="mod">
          <ac:chgData name="Craig Alexander" userId="cbab3422-1701-47c9-a4f0-14c0d221c31a" providerId="ADAL" clId="{62126048-529A-8444-AC24-8AE000054B08}" dt="2025-02-11T22:56:01.714" v="83" actId="20577"/>
          <ac:spMkLst>
            <pc:docMk/>
            <pc:sldMk cId="690606095" sldId="756"/>
            <ac:spMk id="5" creationId="{49022E2A-7BF9-8336-61F5-E4E0F40CDBEF}"/>
          </ac:spMkLst>
        </pc:spChg>
        <pc:spChg chg="mod">
          <ac:chgData name="Craig Alexander" userId="cbab3422-1701-47c9-a4f0-14c0d221c31a" providerId="ADAL" clId="{62126048-529A-8444-AC24-8AE000054B08}" dt="2025-02-11T22:54:58.863" v="62" actId="20577"/>
          <ac:spMkLst>
            <pc:docMk/>
            <pc:sldMk cId="690606095" sldId="756"/>
            <ac:spMk id="6" creationId="{81328FDC-29C1-084B-DF8B-63F5B6CFEB37}"/>
          </ac:spMkLst>
        </pc:spChg>
      </pc:sldChg>
      <pc:sldChg chg="addSp modSp add del mod">
        <pc:chgData name="Craig Alexander" userId="cbab3422-1701-47c9-a4f0-14c0d221c31a" providerId="ADAL" clId="{62126048-529A-8444-AC24-8AE000054B08}" dt="2025-02-12T17:04:25.552" v="650" actId="20577"/>
        <pc:sldMkLst>
          <pc:docMk/>
          <pc:sldMk cId="3016187239" sldId="757"/>
        </pc:sldMkLst>
        <pc:spChg chg="mod">
          <ac:chgData name="Craig Alexander" userId="cbab3422-1701-47c9-a4f0-14c0d221c31a" providerId="ADAL" clId="{62126048-529A-8444-AC24-8AE000054B08}" dt="2025-02-11T22:58:52.200" v="323" actId="20577"/>
          <ac:spMkLst>
            <pc:docMk/>
            <pc:sldMk cId="3016187239" sldId="757"/>
            <ac:spMk id="4" creationId="{62210674-5EF9-095F-320C-18F92B418B6F}"/>
          </ac:spMkLst>
        </pc:spChg>
        <pc:spChg chg="mod">
          <ac:chgData name="Craig Alexander" userId="cbab3422-1701-47c9-a4f0-14c0d221c31a" providerId="ADAL" clId="{62126048-529A-8444-AC24-8AE000054B08}" dt="2025-02-12T17:04:25.552" v="650" actId="20577"/>
          <ac:spMkLst>
            <pc:docMk/>
            <pc:sldMk cId="3016187239" sldId="757"/>
            <ac:spMk id="5" creationId="{404F0243-DB57-3EE8-9AC4-B4D9A77C441E}"/>
          </ac:spMkLst>
        </pc:spChg>
        <pc:picChg chg="add mod">
          <ac:chgData name="Craig Alexander" userId="cbab3422-1701-47c9-a4f0-14c0d221c31a" providerId="ADAL" clId="{62126048-529A-8444-AC24-8AE000054B08}" dt="2025-02-12T17:03:02.841" v="458" actId="14100"/>
          <ac:picMkLst>
            <pc:docMk/>
            <pc:sldMk cId="3016187239" sldId="757"/>
            <ac:picMk id="2" creationId="{790642FB-CDA4-6197-B334-7E37A93AC86C}"/>
          </ac:picMkLst>
        </pc:picChg>
      </pc:sldChg>
    </pc:docChg>
  </pc:docChgLst>
  <pc:docChgLst>
    <pc:chgData name="Craig Anderson" userId="S::craig.anderson@glasgow.ac.uk::245b0fb3-f9d6-45ba-bd55-a42944599f0c" providerId="AD" clId="Web-{6DE915C9-D879-6C50-5B5F-C4BB8C427330}"/>
    <pc:docChg chg="modSld">
      <pc:chgData name="Craig Anderson" userId="S::craig.anderson@glasgow.ac.uk::245b0fb3-f9d6-45ba-bd55-a42944599f0c" providerId="AD" clId="Web-{6DE915C9-D879-6C50-5B5F-C4BB8C427330}" dt="2023-09-13T14:44:22.757" v="2" actId="20577"/>
      <pc:docMkLst>
        <pc:docMk/>
      </pc:docMkLst>
      <pc:sldChg chg="modSp">
        <pc:chgData name="Craig Anderson" userId="S::craig.anderson@glasgow.ac.uk::245b0fb3-f9d6-45ba-bd55-a42944599f0c" providerId="AD" clId="Web-{6DE915C9-D879-6C50-5B5F-C4BB8C427330}" dt="2023-09-13T14:44:22.757" v="2" actId="20577"/>
        <pc:sldMkLst>
          <pc:docMk/>
          <pc:sldMk cId="3012984754" sldId="548"/>
        </pc:sldMkLst>
      </pc:sldChg>
    </pc:docChg>
  </pc:docChgLst>
  <pc:docChgLst>
    <pc:chgData name="Eilidh Jack" userId="b11252c4-d19e-40e4-88d5-cdc29269d324" providerId="ADAL" clId="{EE975B06-384E-403C-A040-70B30AC0E704}"/>
    <pc:docChg chg="undo custSel addSld modSld">
      <pc:chgData name="Eilidh Jack" userId="b11252c4-d19e-40e4-88d5-cdc29269d324" providerId="ADAL" clId="{EE975B06-384E-403C-A040-70B30AC0E704}" dt="2023-09-14T10:39:35.074" v="113" actId="1076"/>
      <pc:docMkLst>
        <pc:docMk/>
      </pc:docMkLst>
      <pc:sldChg chg="addSp delSp modSp new mod modClrScheme chgLayout">
        <pc:chgData name="Eilidh Jack" userId="b11252c4-d19e-40e4-88d5-cdc29269d324" providerId="ADAL" clId="{EE975B06-384E-403C-A040-70B30AC0E704}" dt="2023-09-14T10:38:30.710" v="88" actId="20577"/>
        <pc:sldMkLst>
          <pc:docMk/>
          <pc:sldMk cId="3812296016" sldId="556"/>
        </pc:sldMkLst>
      </pc:sldChg>
      <pc:sldChg chg="addSp delSp modSp new mod modClrScheme chgLayout">
        <pc:chgData name="Eilidh Jack" userId="b11252c4-d19e-40e4-88d5-cdc29269d324" providerId="ADAL" clId="{EE975B06-384E-403C-A040-70B30AC0E704}" dt="2023-09-14T10:39:35.074" v="113" actId="1076"/>
        <pc:sldMkLst>
          <pc:docMk/>
          <pc:sldMk cId="310930000" sldId="557"/>
        </pc:sldMkLst>
      </pc:sldChg>
    </pc:docChg>
  </pc:docChgLst>
  <pc:docChgLst>
    <pc:chgData name="Eilidh Jack" userId="b11252c4-d19e-40e4-88d5-cdc29269d324" providerId="ADAL" clId="{4F011916-A09D-4229-B6CD-9172F1C0C8B5}"/>
    <pc:docChg chg="undo custSel addSld delSld modSld sldOrd">
      <pc:chgData name="Eilidh Jack" userId="b11252c4-d19e-40e4-88d5-cdc29269d324" providerId="ADAL" clId="{4F011916-A09D-4229-B6CD-9172F1C0C8B5}" dt="2024-06-11T09:41:51.155" v="1900" actId="20577"/>
      <pc:docMkLst>
        <pc:docMk/>
      </pc:docMkLst>
      <pc:sldChg chg="modSp mod">
        <pc:chgData name="Eilidh Jack" userId="b11252c4-d19e-40e4-88d5-cdc29269d324" providerId="ADAL" clId="{4F011916-A09D-4229-B6CD-9172F1C0C8B5}" dt="2024-06-11T09:41:51.155" v="1900" actId="20577"/>
        <pc:sldMkLst>
          <pc:docMk/>
          <pc:sldMk cId="4244171547" sldId="256"/>
        </pc:sldMkLst>
      </pc:sldChg>
      <pc:sldChg chg="addSp delSp modSp add del mod">
        <pc:chgData name="Eilidh Jack" userId="b11252c4-d19e-40e4-88d5-cdc29269d324" providerId="ADAL" clId="{4F011916-A09D-4229-B6CD-9172F1C0C8B5}" dt="2024-06-11T09:39:19.925" v="1832" actId="1076"/>
        <pc:sldMkLst>
          <pc:docMk/>
          <pc:sldMk cId="3123057367" sldId="483"/>
        </pc:sldMkLst>
      </pc:sldChg>
      <pc:sldChg chg="add del mod modShow">
        <pc:chgData name="Eilidh Jack" userId="b11252c4-d19e-40e4-88d5-cdc29269d324" providerId="ADAL" clId="{4F011916-A09D-4229-B6CD-9172F1C0C8B5}" dt="2024-06-11T09:41:15.076" v="1885" actId="2696"/>
        <pc:sldMkLst>
          <pc:docMk/>
          <pc:sldMk cId="3637187552" sldId="525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215957373" sldId="546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2385842873" sldId="547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3012984754" sldId="548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1350145423" sldId="549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367303645" sldId="550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2053806617" sldId="551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3880221879" sldId="552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4241835298" sldId="553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2315377496" sldId="554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917715554" sldId="555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3812296016" sldId="556"/>
        </pc:sldMkLst>
      </pc:sldChg>
      <pc:sldChg chg="modSp add mod">
        <pc:chgData name="Eilidh Jack" userId="b11252c4-d19e-40e4-88d5-cdc29269d324" providerId="ADAL" clId="{4F011916-A09D-4229-B6CD-9172F1C0C8B5}" dt="2024-06-11T09:34:27.780" v="1719" actId="20577"/>
        <pc:sldMkLst>
          <pc:docMk/>
          <pc:sldMk cId="2450513726" sldId="746"/>
        </pc:sldMkLst>
      </pc:sldChg>
      <pc:sldChg chg="add">
        <pc:chgData name="Eilidh Jack" userId="b11252c4-d19e-40e4-88d5-cdc29269d324" providerId="ADAL" clId="{4F011916-A09D-4229-B6CD-9172F1C0C8B5}" dt="2024-06-11T08:30:16.170" v="112"/>
        <pc:sldMkLst>
          <pc:docMk/>
          <pc:sldMk cId="2156830788" sldId="747"/>
        </pc:sldMkLst>
      </pc:sldChg>
      <pc:sldChg chg="modSp add del mod">
        <pc:chgData name="Eilidh Jack" userId="b11252c4-d19e-40e4-88d5-cdc29269d324" providerId="ADAL" clId="{4F011916-A09D-4229-B6CD-9172F1C0C8B5}" dt="2024-06-11T08:37:57.614" v="211" actId="21"/>
        <pc:sldMkLst>
          <pc:docMk/>
          <pc:sldMk cId="2043730150" sldId="748"/>
        </pc:sldMkLst>
      </pc:sldChg>
      <pc:sldChg chg="addSp delSp modSp add del mod">
        <pc:chgData name="Eilidh Jack" userId="b11252c4-d19e-40e4-88d5-cdc29269d324" providerId="ADAL" clId="{4F011916-A09D-4229-B6CD-9172F1C0C8B5}" dt="2024-06-11T09:40:00.393" v="1840" actId="14100"/>
        <pc:sldMkLst>
          <pc:docMk/>
          <pc:sldMk cId="1926520772" sldId="749"/>
        </pc:sldMkLst>
      </pc:sldChg>
      <pc:sldChg chg="add del">
        <pc:chgData name="Eilidh Jack" userId="b11252c4-d19e-40e4-88d5-cdc29269d324" providerId="ADAL" clId="{4F011916-A09D-4229-B6CD-9172F1C0C8B5}" dt="2024-06-11T08:31:16.678" v="115" actId="47"/>
        <pc:sldMkLst>
          <pc:docMk/>
          <pc:sldMk cId="2598449799" sldId="750"/>
        </pc:sldMkLst>
      </pc:sldChg>
      <pc:sldChg chg="addSp delSp modSp new mod modClrScheme chgLayout">
        <pc:chgData name="Eilidh Jack" userId="b11252c4-d19e-40e4-88d5-cdc29269d324" providerId="ADAL" clId="{4F011916-A09D-4229-B6CD-9172F1C0C8B5}" dt="2024-06-11T08:52:19.208" v="1185" actId="1076"/>
        <pc:sldMkLst>
          <pc:docMk/>
          <pc:sldMk cId="4134080972" sldId="750"/>
        </pc:sldMkLst>
      </pc:sldChg>
      <pc:sldChg chg="addSp delSp modSp new mod modClrScheme chgLayout">
        <pc:chgData name="Eilidh Jack" userId="b11252c4-d19e-40e4-88d5-cdc29269d324" providerId="ADAL" clId="{4F011916-A09D-4229-B6CD-9172F1C0C8B5}" dt="2024-06-11T08:40:28.505" v="550" actId="20577"/>
        <pc:sldMkLst>
          <pc:docMk/>
          <pc:sldMk cId="2935074100" sldId="751"/>
        </pc:sldMkLst>
      </pc:sldChg>
      <pc:sldChg chg="addSp delSp modSp add mod">
        <pc:chgData name="Eilidh Jack" userId="b11252c4-d19e-40e4-88d5-cdc29269d324" providerId="ADAL" clId="{4F011916-A09D-4229-B6CD-9172F1C0C8B5}" dt="2024-06-11T09:40:34.918" v="1884" actId="20577"/>
        <pc:sldMkLst>
          <pc:docMk/>
          <pc:sldMk cId="4015463048" sldId="752"/>
        </pc:sldMkLst>
      </pc:sldChg>
      <pc:sldChg chg="addSp delSp modSp new mod modClrScheme chgLayout">
        <pc:chgData name="Eilidh Jack" userId="b11252c4-d19e-40e4-88d5-cdc29269d324" providerId="ADAL" clId="{4F011916-A09D-4229-B6CD-9172F1C0C8B5}" dt="2024-06-11T08:57:43.531" v="1444" actId="5793"/>
        <pc:sldMkLst>
          <pc:docMk/>
          <pc:sldMk cId="2428977440" sldId="753"/>
        </pc:sldMkLst>
      </pc:sldChg>
      <pc:sldChg chg="addSp delSp modSp new mod modClrScheme chgLayout">
        <pc:chgData name="Eilidh Jack" userId="b11252c4-d19e-40e4-88d5-cdc29269d324" providerId="ADAL" clId="{4F011916-A09D-4229-B6CD-9172F1C0C8B5}" dt="2024-06-11T09:31:26.831" v="1481" actId="3626"/>
        <pc:sldMkLst>
          <pc:docMk/>
          <pc:sldMk cId="1742199685" sldId="754"/>
        </pc:sldMkLst>
      </pc:sldChg>
      <pc:sldChg chg="addSp delSp modSp new mod ord modClrScheme chgLayout">
        <pc:chgData name="Eilidh Jack" userId="b11252c4-d19e-40e4-88d5-cdc29269d324" providerId="ADAL" clId="{4F011916-A09D-4229-B6CD-9172F1C0C8B5}" dt="2024-06-11T09:37:19.088" v="1824" actId="20577"/>
        <pc:sldMkLst>
          <pc:docMk/>
          <pc:sldMk cId="3438397320" sldId="755"/>
        </pc:sldMkLst>
      </pc:sldChg>
    </pc:docChg>
  </pc:docChgLst>
  <pc:docChgLst>
    <pc:chgData name="Eilidh Jack" userId="b11252c4-d19e-40e4-88d5-cdc29269d324" providerId="ADAL" clId="{01BD0D83-1B4F-4F87-BFD6-244C91A1B895}"/>
    <pc:docChg chg="undo custSel addSld delSld modSld sldOrd">
      <pc:chgData name="Eilidh Jack" userId="b11252c4-d19e-40e4-88d5-cdc29269d324" providerId="ADAL" clId="{01BD0D83-1B4F-4F87-BFD6-244C91A1B895}" dt="2023-09-13T13:03:52.046" v="1361"/>
      <pc:docMkLst>
        <pc:docMk/>
      </pc:docMkLst>
      <pc:sldChg chg="delSp modSp mod">
        <pc:chgData name="Eilidh Jack" userId="b11252c4-d19e-40e4-88d5-cdc29269d324" providerId="ADAL" clId="{01BD0D83-1B4F-4F87-BFD6-244C91A1B895}" dt="2023-09-13T11:17:58.004" v="142" actId="20577"/>
        <pc:sldMkLst>
          <pc:docMk/>
          <pc:sldMk cId="4244171547" sldId="256"/>
        </pc:sldMkLst>
      </pc:sldChg>
      <pc:sldChg chg="del">
        <pc:chgData name="Eilidh Jack" userId="b11252c4-d19e-40e4-88d5-cdc29269d324" providerId="ADAL" clId="{01BD0D83-1B4F-4F87-BFD6-244C91A1B895}" dt="2023-09-13T12:58:10.125" v="823" actId="2696"/>
        <pc:sldMkLst>
          <pc:docMk/>
          <pc:sldMk cId="3006378702" sldId="273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039843517" sldId="480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1035235603" sldId="481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1364419395" sldId="482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123057367" sldId="483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594932521" sldId="484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07084358" sldId="485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849190631" sldId="521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1059870054" sldId="523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221628157" sldId="524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637187552" sldId="525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593571665" sldId="526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461316795" sldId="527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708670824" sldId="528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701851696" sldId="530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461913820" sldId="531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785175673" sldId="537"/>
        </pc:sldMkLst>
      </pc:sldChg>
      <pc:sldChg chg="del">
        <pc:chgData name="Eilidh Jack" userId="b11252c4-d19e-40e4-88d5-cdc29269d324" providerId="ADAL" clId="{01BD0D83-1B4F-4F87-BFD6-244C91A1B895}" dt="2023-09-13T11:18:44.996" v="144" actId="47"/>
        <pc:sldMkLst>
          <pc:docMk/>
          <pc:sldMk cId="2209237404" sldId="539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3673632666" sldId="540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352221650" sldId="541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1091585350" sldId="542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2499845121" sldId="543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441147091" sldId="544"/>
        </pc:sldMkLst>
      </pc:sldChg>
      <pc:sldChg chg="del">
        <pc:chgData name="Eilidh Jack" userId="b11252c4-d19e-40e4-88d5-cdc29269d324" providerId="ADAL" clId="{01BD0D83-1B4F-4F87-BFD6-244C91A1B895}" dt="2023-09-13T11:24:26.603" v="294" actId="47"/>
        <pc:sldMkLst>
          <pc:docMk/>
          <pc:sldMk cId="1067222562" sldId="545"/>
        </pc:sldMkLst>
      </pc:sldChg>
      <pc:sldChg chg="addSp delSp modSp new mod">
        <pc:chgData name="Eilidh Jack" userId="b11252c4-d19e-40e4-88d5-cdc29269d324" providerId="ADAL" clId="{01BD0D83-1B4F-4F87-BFD6-244C91A1B895}" dt="2023-09-13T11:19:21.192" v="168" actId="1076"/>
        <pc:sldMkLst>
          <pc:docMk/>
          <pc:sldMk cId="215957373" sldId="546"/>
        </pc:sldMkLst>
      </pc:sldChg>
      <pc:sldChg chg="addSp delSp modSp new mod">
        <pc:chgData name="Eilidh Jack" userId="b11252c4-d19e-40e4-88d5-cdc29269d324" providerId="ADAL" clId="{01BD0D83-1B4F-4F87-BFD6-244C91A1B895}" dt="2023-09-13T11:24:11.917" v="293" actId="1076"/>
        <pc:sldMkLst>
          <pc:docMk/>
          <pc:sldMk cId="2385842873" sldId="547"/>
        </pc:sldMkLst>
      </pc:sldChg>
      <pc:sldChg chg="addSp delSp modSp new mod modClrScheme chgLayout">
        <pc:chgData name="Eilidh Jack" userId="b11252c4-d19e-40e4-88d5-cdc29269d324" providerId="ADAL" clId="{01BD0D83-1B4F-4F87-BFD6-244C91A1B895}" dt="2023-09-13T12:02:08.794" v="581" actId="20577"/>
        <pc:sldMkLst>
          <pc:docMk/>
          <pc:sldMk cId="3012984754" sldId="548"/>
        </pc:sldMkLst>
      </pc:sldChg>
      <pc:sldChg chg="addSp delSp modSp new mod modClrScheme chgLayout">
        <pc:chgData name="Eilidh Jack" userId="b11252c4-d19e-40e4-88d5-cdc29269d324" providerId="ADAL" clId="{01BD0D83-1B4F-4F87-BFD6-244C91A1B895}" dt="2023-09-13T12:57:05.117" v="805" actId="1076"/>
        <pc:sldMkLst>
          <pc:docMk/>
          <pc:sldMk cId="1350145423" sldId="549"/>
        </pc:sldMkLst>
      </pc:sldChg>
      <pc:sldChg chg="addSp delSp modSp new mod modClrScheme chgLayout">
        <pc:chgData name="Eilidh Jack" userId="b11252c4-d19e-40e4-88d5-cdc29269d324" providerId="ADAL" clId="{01BD0D83-1B4F-4F87-BFD6-244C91A1B895}" dt="2023-09-13T12:57:20.162" v="810" actId="1076"/>
        <pc:sldMkLst>
          <pc:docMk/>
          <pc:sldMk cId="367303645" sldId="550"/>
        </pc:sldMkLst>
      </pc:sldChg>
      <pc:sldChg chg="addSp modSp add mod">
        <pc:chgData name="Eilidh Jack" userId="b11252c4-d19e-40e4-88d5-cdc29269d324" providerId="ADAL" clId="{01BD0D83-1B4F-4F87-BFD6-244C91A1B895}" dt="2023-09-13T12:57:38.238" v="815" actId="1076"/>
        <pc:sldMkLst>
          <pc:docMk/>
          <pc:sldMk cId="2053806617" sldId="551"/>
        </pc:sldMkLst>
      </pc:sldChg>
      <pc:sldChg chg="addSp modSp add mod">
        <pc:chgData name="Eilidh Jack" userId="b11252c4-d19e-40e4-88d5-cdc29269d324" providerId="ADAL" clId="{01BD0D83-1B4F-4F87-BFD6-244C91A1B895}" dt="2023-09-13T12:57:48.852" v="821" actId="1076"/>
        <pc:sldMkLst>
          <pc:docMk/>
          <pc:sldMk cId="3880221879" sldId="552"/>
        </pc:sldMkLst>
      </pc:sldChg>
      <pc:sldChg chg="addSp modSp add mod">
        <pc:chgData name="Eilidh Jack" userId="b11252c4-d19e-40e4-88d5-cdc29269d324" providerId="ADAL" clId="{01BD0D83-1B4F-4F87-BFD6-244C91A1B895}" dt="2023-09-13T12:57:55.437" v="822" actId="255"/>
        <pc:sldMkLst>
          <pc:docMk/>
          <pc:sldMk cId="4241835298" sldId="553"/>
        </pc:sldMkLst>
      </pc:sldChg>
      <pc:sldChg chg="addSp delSp modSp new mod ord modClrScheme chgLayout">
        <pc:chgData name="Eilidh Jack" userId="b11252c4-d19e-40e4-88d5-cdc29269d324" providerId="ADAL" clId="{01BD0D83-1B4F-4F87-BFD6-244C91A1B895}" dt="2023-09-13T13:02:05.445" v="1125" actId="21"/>
        <pc:sldMkLst>
          <pc:docMk/>
          <pc:sldMk cId="2315377496" sldId="554"/>
        </pc:sldMkLst>
      </pc:sldChg>
      <pc:sldChg chg="modSp add mod ord">
        <pc:chgData name="Eilidh Jack" userId="b11252c4-d19e-40e4-88d5-cdc29269d324" providerId="ADAL" clId="{01BD0D83-1B4F-4F87-BFD6-244C91A1B895}" dt="2023-09-13T13:03:52.046" v="1361"/>
        <pc:sldMkLst>
          <pc:docMk/>
          <pc:sldMk cId="917715554" sldId="555"/>
        </pc:sldMkLst>
      </pc:sldChg>
      <pc:sldMasterChg chg="delSldLayout">
        <pc:chgData name="Eilidh Jack" userId="b11252c4-d19e-40e4-88d5-cdc29269d324" providerId="ADAL" clId="{01BD0D83-1B4F-4F87-BFD6-244C91A1B895}" dt="2023-09-13T11:24:26.603" v="294" actId="47"/>
        <pc:sldMasterMkLst>
          <pc:docMk/>
          <pc:sldMasterMk cId="3635699181" sldId="2147483648"/>
        </pc:sldMasterMkLst>
        <pc:sldLayoutChg chg="del">
          <pc:chgData name="Eilidh Jack" userId="b11252c4-d19e-40e4-88d5-cdc29269d324" providerId="ADAL" clId="{01BD0D83-1B4F-4F87-BFD6-244C91A1B895}" dt="2023-09-13T11:24:26.603" v="294" actId="47"/>
          <pc:sldLayoutMkLst>
            <pc:docMk/>
            <pc:sldMasterMk cId="3635699181" sldId="2147483648"/>
            <pc:sldLayoutMk cId="2810816564" sldId="214748368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4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6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2"/>
            <a:ext cx="11487066" cy="4932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87" r:id="rId6"/>
    <p:sldLayoutId id="2147483656" r:id="rId7"/>
    <p:sldLayoutId id="2147483684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WWyonuZe5w?start=75&amp;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Gilbert Scott Building">
            <a:extLst>
              <a:ext uri="{FF2B5EF4-FFF2-40B4-BE49-F238E27FC236}">
                <a16:creationId xmlns:a16="http://schemas.microsoft.com/office/drawing/2014/main" id="{22AF5AD9-4A38-6FDC-338C-6BF49504A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338766" cy="1110852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  <a:latin typeface="Arial"/>
                <a:cs typeface="Arial"/>
              </a:rPr>
              <a:t>Evidence-based active learning approaches in introductory statistics classes </a:t>
            </a:r>
            <a:br>
              <a:rPr lang="en-GB" dirty="0"/>
            </a:b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778969"/>
            <a:ext cx="6019386" cy="135628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Craig Alexander (University of Glasgow)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022E2A-7BF9-8336-61F5-E4E0F40C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Level 1 Statistics - Background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28FDC-29C1-084B-DF8B-63F5B6CFEB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School of Mathematics and Statistics, University of Glasgow.</a:t>
            </a:r>
          </a:p>
          <a:p>
            <a:r>
              <a:rPr lang="en-GB" dirty="0"/>
              <a:t>Level 1 Statistics courses – Statistics 1Y &amp; Statistics 1Z</a:t>
            </a:r>
          </a:p>
          <a:p>
            <a:r>
              <a:rPr lang="en-GB" dirty="0"/>
              <a:t>Typically taken in year 1 or 2 (of 4-year degree).</a:t>
            </a:r>
          </a:p>
          <a:p>
            <a:r>
              <a:rPr lang="en-GB" dirty="0"/>
              <a:t>~280 students.</a:t>
            </a:r>
          </a:p>
          <a:p>
            <a:r>
              <a:rPr lang="en-GB" dirty="0"/>
              <a:t>Active learning introduced into these courses in 2020-21.</a:t>
            </a:r>
          </a:p>
          <a:p>
            <a:r>
              <a:rPr lang="en-GB" dirty="0"/>
              <a:t>Teaching consists of:</a:t>
            </a:r>
          </a:p>
          <a:p>
            <a:pPr lvl="1"/>
            <a:r>
              <a:rPr lang="en-GB" dirty="0"/>
              <a:t>3 weekly lectures, weekly tutorials &amp; fortnightly labs</a:t>
            </a:r>
          </a:p>
          <a:p>
            <a:r>
              <a:rPr lang="en-GB" dirty="0"/>
              <a:t>Assessment:</a:t>
            </a:r>
          </a:p>
          <a:p>
            <a:pPr lvl="1"/>
            <a:r>
              <a:rPr lang="en-GB" dirty="0"/>
              <a:t>10 weekly quizzes (2% each), 4 lab group tasks (1.25%) each. Final online exam (75%)</a:t>
            </a:r>
          </a:p>
        </p:txBody>
      </p:sp>
    </p:spTree>
    <p:extLst>
      <p:ext uri="{BB962C8B-B14F-4D97-AF65-F5344CB8AC3E}">
        <p14:creationId xmlns:p14="http://schemas.microsoft.com/office/powerpoint/2010/main" val="69060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5468-95C7-7908-3EBB-B9C1C3C6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Flipped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71930-4075-FB79-0541-B5912DB4D5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“Less ‘sit and listen’, more ‘do and learn’”.</a:t>
            </a:r>
          </a:p>
          <a:p>
            <a:pPr marL="0" indent="0">
              <a:buNone/>
            </a:pPr>
            <a:r>
              <a:rPr lang="en-GB" dirty="0"/>
              <a:t>Benefits include:</a:t>
            </a:r>
          </a:p>
          <a:p>
            <a:r>
              <a:rPr lang="en-GB" dirty="0"/>
              <a:t>Students can learn at their own pace.</a:t>
            </a:r>
          </a:p>
          <a:p>
            <a:r>
              <a:rPr lang="en-GB" dirty="0"/>
              <a:t>More efficient as students enter the lecture room prepared.</a:t>
            </a:r>
          </a:p>
          <a:p>
            <a:r>
              <a:rPr lang="en-GB" dirty="0"/>
              <a:t>Makes lectures more enjoyable, productive and engaging.</a:t>
            </a:r>
          </a:p>
          <a:p>
            <a:r>
              <a:rPr lang="en-GB" dirty="0"/>
              <a:t>Doing exercises in class allows students to help each other.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051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A9D4-9DC9-AC07-DC26-EF205F7F91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Pre-lecture reading and quiz to introduce topics to students.</a:t>
            </a:r>
          </a:p>
          <a:p>
            <a:r>
              <a:rPr lang="en-GB" dirty="0"/>
              <a:t>Focus on active learning in lectures motivated by interesting examples.</a:t>
            </a:r>
          </a:p>
          <a:p>
            <a:r>
              <a:rPr lang="en-GB" dirty="0"/>
              <a:t>Lots of activities for students to work on themselves or in groups during each lecture with answers submitted via polling software.</a:t>
            </a:r>
          </a:p>
          <a:p>
            <a:r>
              <a:rPr lang="en-GB" dirty="0"/>
              <a:t>Making use of learning spaces in James McCune Smith Learning Hub.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425FF-D2AB-02B9-6401-4A275579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Flipped learning</a:t>
            </a:r>
          </a:p>
        </p:txBody>
      </p:sp>
      <p:pic>
        <p:nvPicPr>
          <p:cNvPr id="4" name="Online Media 3" title="James McCune Smith Learning Hub">
            <a:hlinkClick r:id="" action="ppaction://media"/>
            <a:extLst>
              <a:ext uri="{FF2B5EF4-FFF2-40B4-BE49-F238E27FC236}">
                <a16:creationId xmlns:a16="http://schemas.microsoft.com/office/drawing/2014/main" id="{5A9307C7-7C72-D6D8-92F0-5B78350BD24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172200" y="2423733"/>
            <a:ext cx="5200672" cy="293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3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5468-95C7-7908-3EBB-B9C1C3C6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Flipped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71930-4075-FB79-0541-B5912DB4D5E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Does it work…?</a:t>
            </a:r>
          </a:p>
          <a:p>
            <a:r>
              <a:rPr lang="en-GB" dirty="0"/>
              <a:t>It relies on preparation and trust.</a:t>
            </a:r>
          </a:p>
          <a:p>
            <a:r>
              <a:rPr lang="en-GB" dirty="0"/>
              <a:t>Early indications suggested many students weren’t completing the pre-lecture material.</a:t>
            </a:r>
          </a:p>
          <a:p>
            <a:r>
              <a:rPr lang="en-GB" dirty="0"/>
              <a:t>Project to investigate engagement in active learning began in 2023-24, with </a:t>
            </a:r>
            <a:r>
              <a:rPr lang="en-GB" dirty="0" err="1"/>
              <a:t>Dr.</a:t>
            </a:r>
            <a:r>
              <a:rPr lang="en-GB" dirty="0"/>
              <a:t> Eilidh Jack, </a:t>
            </a:r>
            <a:r>
              <a:rPr lang="en-GB" dirty="0" err="1"/>
              <a:t>Dr.</a:t>
            </a:r>
            <a:r>
              <a:rPr lang="en-GB" dirty="0"/>
              <a:t> Mitchum Bock (University of Glasgow) and Prof. Elinor Jones (University College London).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730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6A2377-1BB3-BBD0-22B2-8194A23D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Evidence: 2022 engagement data</a:t>
            </a:r>
          </a:p>
        </p:txBody>
      </p:sp>
      <p:pic>
        <p:nvPicPr>
          <p:cNvPr id="6" name="Google Shape;117;p7">
            <a:extLst>
              <a:ext uri="{FF2B5EF4-FFF2-40B4-BE49-F238E27FC236}">
                <a16:creationId xmlns:a16="http://schemas.microsoft.com/office/drawing/2014/main" id="{0AD3055B-F909-58B0-6944-6B9349C2D04C}"/>
              </a:ext>
            </a:extLst>
          </p:cNvPr>
          <p:cNvPicPr preferRelativeResize="0">
            <a:picLocks noGrp="1"/>
          </p:cNvPicPr>
          <p:nvPr>
            <p:ph sz="quarter" idx="13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17546" y="1511771"/>
            <a:ext cx="6610857" cy="46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E75958-3BC2-22F5-6D8B-244484A7EC92}"/>
              </a:ext>
            </a:extLst>
          </p:cNvPr>
          <p:cNvSpPr txBox="1"/>
          <p:nvPr/>
        </p:nvSpPr>
        <p:spPr>
          <a:xfrm>
            <a:off x="3048549" y="6208068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Caveat: this only shows data for students who provided consent to participate in our ethically approved study (100 of 257 students).</a:t>
            </a:r>
          </a:p>
        </p:txBody>
      </p:sp>
    </p:spTree>
    <p:extLst>
      <p:ext uri="{BB962C8B-B14F-4D97-AF65-F5344CB8AC3E}">
        <p14:creationId xmlns:p14="http://schemas.microsoft.com/office/powerpoint/2010/main" val="413408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54DAD4-52A3-4BF8-186D-0B949AD7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did it go wrong?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E472-A758-C795-A244-5C570CE263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Student comments like “Slides could provide general notes before worked examples”.</a:t>
            </a:r>
          </a:p>
          <a:p>
            <a:r>
              <a:rPr lang="en-GB" dirty="0"/>
              <a:t>Our approach needs to be tweaked:</a:t>
            </a:r>
          </a:p>
          <a:p>
            <a:pPr lvl="1"/>
            <a:r>
              <a:rPr lang="en-GB" dirty="0"/>
              <a:t>Too much volume of work. Can we make the pre-lecture material less burdensome?</a:t>
            </a:r>
          </a:p>
          <a:p>
            <a:pPr lvl="1"/>
            <a:r>
              <a:rPr lang="en-GB" dirty="0"/>
              <a:t>Students find it difficult to motivate themselves: fixed deadline for getting work done (requires time management skills), vs. a lecture where there is a fixed timeslot dedicated to learning.</a:t>
            </a:r>
          </a:p>
          <a:p>
            <a:pPr lvl="1"/>
            <a:r>
              <a:rPr lang="en-GB" dirty="0"/>
              <a:t>Not enough positive reinforcement for students who are completing activities.</a:t>
            </a:r>
          </a:p>
          <a:p>
            <a:pPr lvl="1"/>
            <a:r>
              <a:rPr lang="en-GB" dirty="0"/>
              <a:t>Can we reward engagement with pre-lecture material?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07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05347-6777-3162-650D-60E066665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7391400" cy="4843752"/>
          </a:xfrm>
        </p:spPr>
        <p:txBody>
          <a:bodyPr/>
          <a:lstStyle/>
          <a:p>
            <a:r>
              <a:rPr lang="en-GB" dirty="0"/>
              <a:t>Participate in the course to gain experience points (</a:t>
            </a:r>
            <a:r>
              <a:rPr lang="en-GB" dirty="0" err="1"/>
              <a:t>xp</a:t>
            </a:r>
            <a:r>
              <a:rPr lang="en-GB" dirty="0"/>
              <a:t>) and level up!</a:t>
            </a:r>
          </a:p>
          <a:p>
            <a:r>
              <a:rPr lang="en-GB" dirty="0"/>
              <a:t>Points are awarded for participation in course via Moodle.</a:t>
            </a:r>
          </a:p>
          <a:p>
            <a:r>
              <a:rPr lang="en-GB" dirty="0"/>
              <a:t>Course lecturer creates rules for when/how many points should be awarded.</a:t>
            </a:r>
          </a:p>
          <a:p>
            <a:r>
              <a:rPr lang="en-GB" dirty="0"/>
              <a:t>To tackle engagement in pre-lecture activities, full points were only awarded if the activity was completed before the associated lecture with half-points awarded thereafter.</a:t>
            </a:r>
          </a:p>
          <a:p>
            <a:r>
              <a:rPr lang="en-GB" dirty="0"/>
              <a:t>Endeavour based not merit based.</a:t>
            </a:r>
          </a:p>
          <a:p>
            <a:r>
              <a:rPr lang="en-GB" dirty="0"/>
              <a:t>Prizes awarded at end of course.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05FD3D-C4AB-BEE8-6056-FC036BBB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Level up!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9516260-A780-68E0-D589-F34C309E8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60"/>
          <a:stretch/>
        </p:blipFill>
        <p:spPr>
          <a:xfrm>
            <a:off x="8743486" y="214096"/>
            <a:ext cx="2716117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5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6A2377-1BB3-BBD0-22B2-8194A23D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Evidence: Engagement data</a:t>
            </a:r>
          </a:p>
        </p:txBody>
      </p:sp>
      <p:pic>
        <p:nvPicPr>
          <p:cNvPr id="13" name="Content Placeholder 12" descr="A graph of students and teachers&#10;&#10;Description automatically generated with medium confidence">
            <a:extLst>
              <a:ext uri="{FF2B5EF4-FFF2-40B4-BE49-F238E27FC236}">
                <a16:creationId xmlns:a16="http://schemas.microsoft.com/office/drawing/2014/main" id="{222D1915-135C-8691-4386-D5FB4B5A84D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24" y="1627188"/>
            <a:ext cx="8809902" cy="4606925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ABC2B6-76C3-E90A-A2CC-67C97125F2FD}"/>
              </a:ext>
            </a:extLst>
          </p:cNvPr>
          <p:cNvSpPr txBox="1"/>
          <p:nvPr/>
        </p:nvSpPr>
        <p:spPr>
          <a:xfrm>
            <a:off x="3048549" y="6208068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Caveat: this only shows data for students who provided consent to participate in our ethically approved study (100 of 257 students in 2022 and 77 of 260 students in 2023).</a:t>
            </a:r>
          </a:p>
        </p:txBody>
      </p:sp>
    </p:spTree>
    <p:extLst>
      <p:ext uri="{BB962C8B-B14F-4D97-AF65-F5344CB8AC3E}">
        <p14:creationId xmlns:p14="http://schemas.microsoft.com/office/powerpoint/2010/main" val="4015463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05347-6777-3162-650D-60E066665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257800" cy="484375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Interaction has been better than expected.</a:t>
            </a:r>
          </a:p>
          <a:p>
            <a:r>
              <a:rPr lang="en-GB" dirty="0"/>
              <a:t>Informal feedback: 61% of students say “Level-up makes me more likely to engage in the course”.</a:t>
            </a:r>
          </a:p>
          <a:p>
            <a:r>
              <a:rPr lang="en-GB" dirty="0"/>
              <a:t>Average activity completion increased by 45% from 2022-23 to 2023-24. Similar trends shown semester 1 2024-25.</a:t>
            </a:r>
          </a:p>
          <a:p>
            <a:r>
              <a:rPr lang="en-GB" dirty="0"/>
              <a:t>May have contributed to increase in performance with 82% of students receiving a grade of A, B or C compared to 60% in 2022-23. This again improved to 88% in 2024-25.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05FD3D-C4AB-BEE8-6056-FC036BBB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Level up! </a:t>
            </a:r>
            <a:br>
              <a:rPr lang="en-GB" dirty="0"/>
            </a:br>
            <a:r>
              <a:rPr lang="en-GB" dirty="0"/>
              <a:t>Reflections so far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973241D-2B56-BA4F-6DC2-A6EF5CAA40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0"/>
          <a:stretch/>
        </p:blipFill>
        <p:spPr>
          <a:xfrm>
            <a:off x="6149548" y="161469"/>
            <a:ext cx="5765388" cy="63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2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B4BAAE-31AE-92A9-3246-2EB1833D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EEE224-AACC-0FF6-7586-DB51DEE519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228600" lvl="0" indent="-2152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Flipped can work but needs considered implementation.</a:t>
            </a:r>
          </a:p>
          <a:p>
            <a:pPr marL="228600" lvl="0" indent="-2152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Looking at data collected on VLEs can help to give an overall picture of student engagement in real-time.</a:t>
            </a:r>
          </a:p>
          <a:p>
            <a:pPr indent="-215265">
              <a:lnSpc>
                <a:spcPct val="12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100" dirty="0"/>
              <a:t>Overburdening students, or when motivation is lacking, can be disastrous (especially for younger students), but careful scaffolding can help.</a:t>
            </a:r>
          </a:p>
          <a:p>
            <a:pPr marL="228600" lvl="0" indent="-2152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Introducing a gamification element can help boost motivation and engagement.</a:t>
            </a:r>
          </a:p>
          <a:p>
            <a:pPr marL="228600" lvl="0" indent="-2152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Think broader than your module: think across a programme.</a:t>
            </a:r>
          </a:p>
          <a:p>
            <a:pPr marL="685800" lvl="1" indent="-21716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Who are your students, and what support do they need? </a:t>
            </a:r>
          </a:p>
          <a:p>
            <a:pPr marL="685800" lvl="1" indent="-21716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Flipped learning puts a lot of learning burden on students. Too much might mean reduced engagement.</a:t>
            </a:r>
          </a:p>
          <a:p>
            <a:pPr marL="228600" lvl="0" indent="-21526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Tie in the flipped learning with what happens in class (if you say that you won’t go over the flipped learning material in class, then don’t!). </a:t>
            </a:r>
          </a:p>
          <a:p>
            <a:pPr marL="685800" lvl="1" indent="-217169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2100" dirty="0"/>
              <a:t>Also helpful to show engagement stats to students in each class!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897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1045D-323B-AAEB-A559-6AB5F122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Thanks for listening!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3208A9-8369-909C-1629-51F88B9C92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Jack, E. , Alexander, C. and Jones, E. M. (2024) Exploring the impact of gamification on engagement in a statistics classroom. </a:t>
            </a:r>
            <a:r>
              <a:rPr lang="en-GB" i="1" dirty="0"/>
              <a:t>Teaching Mathematics and its Applications: An International Journal of </a:t>
            </a:r>
            <a:r>
              <a:rPr lang="en-GB" i="1"/>
              <a:t>the IMA</a:t>
            </a:r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199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93B0-101B-1E07-F833-EEFBF629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210674-5EF9-095F-320C-18F92B41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UKCOTS 25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4F0243-DB57-3EE8-9AC4-B4D9A77C44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5980139" cy="4606925"/>
          </a:xfrm>
        </p:spPr>
        <p:txBody>
          <a:bodyPr/>
          <a:lstStyle/>
          <a:p>
            <a:r>
              <a:rPr lang="en-GB" dirty="0"/>
              <a:t>UKCOTS 25 will be held at the University of Glasgow on 24</a:t>
            </a:r>
            <a:r>
              <a:rPr lang="en-GB" baseline="30000" dirty="0"/>
              <a:t>th</a:t>
            </a:r>
            <a:r>
              <a:rPr lang="en-GB" dirty="0"/>
              <a:t> – 25</a:t>
            </a:r>
            <a:r>
              <a:rPr lang="en-GB" baseline="30000" dirty="0"/>
              <a:t>th</a:t>
            </a:r>
            <a:r>
              <a:rPr lang="en-GB" dirty="0"/>
              <a:t> June 2025.</a:t>
            </a:r>
          </a:p>
          <a:p>
            <a:r>
              <a:rPr lang="en-GB" dirty="0"/>
              <a:t>Call for abstracts extended to 21</a:t>
            </a:r>
            <a:r>
              <a:rPr lang="en-GB" baseline="30000" dirty="0"/>
              <a:t>st</a:t>
            </a:r>
            <a:r>
              <a:rPr lang="en-GB" dirty="0"/>
              <a:t> February.</a:t>
            </a:r>
          </a:p>
          <a:p>
            <a:r>
              <a:rPr lang="en-GB" dirty="0"/>
              <a:t>Find out more at </a:t>
            </a:r>
            <a:r>
              <a:rPr lang="en-GB" dirty="0" err="1"/>
              <a:t>ukcots.org</a:t>
            </a:r>
            <a:r>
              <a:rPr lang="en-GB" dirty="0"/>
              <a:t> and join the mailing list.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0642FB-CDA4-6197-B334-7E37A93AC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33" y="2055812"/>
            <a:ext cx="3812546" cy="381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8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</TotalTime>
  <Words>843</Words>
  <Application>Microsoft Macintosh PowerPoint</Application>
  <PresentationFormat>Widescreen</PresentationFormat>
  <Paragraphs>71</Paragraphs>
  <Slides>13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Evidence-based active learning approaches in introductory statistics classes  </vt:lpstr>
      <vt:lpstr>Level 1 Statistics - Background</vt:lpstr>
      <vt:lpstr>Flipped learning</vt:lpstr>
      <vt:lpstr>Flipped learning</vt:lpstr>
      <vt:lpstr>Flipped learning</vt:lpstr>
      <vt:lpstr>Evidence: 2022 engagement data</vt:lpstr>
      <vt:lpstr>Why did it go wrong?</vt:lpstr>
      <vt:lpstr>Level up! </vt:lpstr>
      <vt:lpstr>Evidence: Engagement data</vt:lpstr>
      <vt:lpstr>Level up!  Reflections so far</vt:lpstr>
      <vt:lpstr>Conclusion</vt:lpstr>
      <vt:lpstr>Thanks for listening!</vt:lpstr>
      <vt:lpstr>UKCOTS 25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Eilidh Jack</dc:creator>
  <cp:keywords/>
  <dc:description/>
  <cp:lastModifiedBy>Craig Alexander</cp:lastModifiedBy>
  <cp:revision>7</cp:revision>
  <dcterms:created xsi:type="dcterms:W3CDTF">2021-01-06T14:22:07Z</dcterms:created>
  <dcterms:modified xsi:type="dcterms:W3CDTF">2025-02-12T17:04:41Z</dcterms:modified>
  <cp:category/>
</cp:coreProperties>
</file>