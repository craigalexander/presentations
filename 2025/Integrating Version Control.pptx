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72" r:id="rId3"/>
    <p:sldId id="586" r:id="rId4"/>
    <p:sldId id="575" r:id="rId5"/>
    <p:sldId id="576" r:id="rId6"/>
    <p:sldId id="579" r:id="rId7"/>
    <p:sldId id="581" r:id="rId8"/>
    <p:sldId id="577" r:id="rId9"/>
    <p:sldId id="582" r:id="rId10"/>
    <p:sldId id="583" r:id="rId11"/>
    <p:sldId id="590" r:id="rId12"/>
    <p:sldId id="584" r:id="rId13"/>
    <p:sldId id="585" r:id="rId14"/>
    <p:sldId id="59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/>
    <p:restoredTop sz="94646"/>
  </p:normalViewPr>
  <p:slideViewPr>
    <p:cSldViewPr snapToGrid="0">
      <p:cViewPr varScale="1">
        <p:scale>
          <a:sx n="108" d="100"/>
          <a:sy n="108" d="100"/>
        </p:scale>
        <p:origin x="1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lexander" userId="cbab3422-1701-47c9-a4f0-14c0d221c31a" providerId="ADAL" clId="{BDDB1A09-F360-ED4B-BBD5-55FEC2666E36}"/>
    <pc:docChg chg="undo custSel addSld delSld modSld">
      <pc:chgData name="Craig Alexander" userId="cbab3422-1701-47c9-a4f0-14c0d221c31a" providerId="ADAL" clId="{BDDB1A09-F360-ED4B-BBD5-55FEC2666E36}" dt="2025-03-12T15:20:03.721" v="1543" actId="20577"/>
      <pc:docMkLst>
        <pc:docMk/>
      </pc:docMkLst>
      <pc:sldChg chg="modSp mod">
        <pc:chgData name="Craig Alexander" userId="cbab3422-1701-47c9-a4f0-14c0d221c31a" providerId="ADAL" clId="{BDDB1A09-F360-ED4B-BBD5-55FEC2666E36}" dt="2025-03-12T13:47:35.951" v="1" actId="1076"/>
        <pc:sldMkLst>
          <pc:docMk/>
          <pc:sldMk cId="4244171547" sldId="256"/>
        </pc:sldMkLst>
      </pc:sldChg>
      <pc:sldChg chg="modSp mod">
        <pc:chgData name="Craig Alexander" userId="cbab3422-1701-47c9-a4f0-14c0d221c31a" providerId="ADAL" clId="{BDDB1A09-F360-ED4B-BBD5-55FEC2666E36}" dt="2025-03-12T15:20:03.721" v="1543" actId="20577"/>
        <pc:sldMkLst>
          <pc:docMk/>
          <pc:sldMk cId="3006378702" sldId="273"/>
        </pc:sldMkLst>
      </pc:sldChg>
      <pc:sldChg chg="modSp mod">
        <pc:chgData name="Craig Alexander" userId="cbab3422-1701-47c9-a4f0-14c0d221c31a" providerId="ADAL" clId="{BDDB1A09-F360-ED4B-BBD5-55FEC2666E36}" dt="2025-03-12T15:16:14.884" v="1464" actId="20577"/>
        <pc:sldMkLst>
          <pc:docMk/>
          <pc:sldMk cId="3246870684" sldId="572"/>
        </pc:sldMkLst>
      </pc:sldChg>
      <pc:sldChg chg="delSp modSp mod">
        <pc:chgData name="Craig Alexander" userId="cbab3422-1701-47c9-a4f0-14c0d221c31a" providerId="ADAL" clId="{BDDB1A09-F360-ED4B-BBD5-55FEC2666E36}" dt="2025-03-12T15:17:58.578" v="1488" actId="20577"/>
        <pc:sldMkLst>
          <pc:docMk/>
          <pc:sldMk cId="307884208" sldId="575"/>
        </pc:sldMkLst>
      </pc:sldChg>
      <pc:sldChg chg="modSp mod">
        <pc:chgData name="Craig Alexander" userId="cbab3422-1701-47c9-a4f0-14c0d221c31a" providerId="ADAL" clId="{BDDB1A09-F360-ED4B-BBD5-55FEC2666E36}" dt="2025-03-12T15:18:33.659" v="1527" actId="20577"/>
        <pc:sldMkLst>
          <pc:docMk/>
          <pc:sldMk cId="1375411628" sldId="576"/>
        </pc:sldMkLst>
      </pc:sldChg>
      <pc:sldChg chg="modSp mod">
        <pc:chgData name="Craig Alexander" userId="cbab3422-1701-47c9-a4f0-14c0d221c31a" providerId="ADAL" clId="{BDDB1A09-F360-ED4B-BBD5-55FEC2666E36}" dt="2025-03-12T14:38:31.090" v="624" actId="20577"/>
        <pc:sldMkLst>
          <pc:docMk/>
          <pc:sldMk cId="3287797547" sldId="583"/>
        </pc:sldMkLst>
      </pc:sldChg>
      <pc:sldChg chg="modSp mod">
        <pc:chgData name="Craig Alexander" userId="cbab3422-1701-47c9-a4f0-14c0d221c31a" providerId="ADAL" clId="{BDDB1A09-F360-ED4B-BBD5-55FEC2666E36}" dt="2025-03-12T15:19:48.852" v="1542" actId="20577"/>
        <pc:sldMkLst>
          <pc:docMk/>
          <pc:sldMk cId="307395189" sldId="584"/>
        </pc:sldMkLst>
      </pc:sldChg>
      <pc:sldChg chg="modSp mod">
        <pc:chgData name="Craig Alexander" userId="cbab3422-1701-47c9-a4f0-14c0d221c31a" providerId="ADAL" clId="{BDDB1A09-F360-ED4B-BBD5-55FEC2666E36}" dt="2025-03-12T14:45:54.847" v="1024" actId="20577"/>
        <pc:sldMkLst>
          <pc:docMk/>
          <pc:sldMk cId="2296006099" sldId="585"/>
        </pc:sldMkLst>
      </pc:sldChg>
      <pc:sldChg chg="modSp mod">
        <pc:chgData name="Craig Alexander" userId="cbab3422-1701-47c9-a4f0-14c0d221c31a" providerId="ADAL" clId="{BDDB1A09-F360-ED4B-BBD5-55FEC2666E36}" dt="2025-03-12T15:04:03.335" v="1063" actId="20577"/>
        <pc:sldMkLst>
          <pc:docMk/>
          <pc:sldMk cId="3739972850" sldId="586"/>
        </pc:sldMkLst>
      </pc:sldChg>
      <pc:sldChg chg="del mod modShow">
        <pc:chgData name="Craig Alexander" userId="cbab3422-1701-47c9-a4f0-14c0d221c31a" providerId="ADAL" clId="{BDDB1A09-F360-ED4B-BBD5-55FEC2666E36}" dt="2025-03-12T14:19:08.493" v="401" actId="2696"/>
        <pc:sldMkLst>
          <pc:docMk/>
          <pc:sldMk cId="1360808338" sldId="587"/>
        </pc:sldMkLst>
      </pc:sldChg>
      <pc:sldChg chg="del">
        <pc:chgData name="Craig Alexander" userId="cbab3422-1701-47c9-a4f0-14c0d221c31a" providerId="ADAL" clId="{BDDB1A09-F360-ED4B-BBD5-55FEC2666E36}" dt="2025-03-12T14:19:06.984" v="400" actId="2696"/>
        <pc:sldMkLst>
          <pc:docMk/>
          <pc:sldMk cId="3060650125" sldId="588"/>
        </pc:sldMkLst>
      </pc:sldChg>
      <pc:sldChg chg="del">
        <pc:chgData name="Craig Alexander" userId="cbab3422-1701-47c9-a4f0-14c0d221c31a" providerId="ADAL" clId="{BDDB1A09-F360-ED4B-BBD5-55FEC2666E36}" dt="2025-03-12T14:27:16.324" v="404" actId="2696"/>
        <pc:sldMkLst>
          <pc:docMk/>
          <pc:sldMk cId="3477334548" sldId="589"/>
        </pc:sldMkLst>
      </pc:sldChg>
      <pc:sldChg chg="modSp mod">
        <pc:chgData name="Craig Alexander" userId="cbab3422-1701-47c9-a4f0-14c0d221c31a" providerId="ADAL" clId="{BDDB1A09-F360-ED4B-BBD5-55FEC2666E36}" dt="2025-03-12T15:19:20.102" v="1533" actId="20577"/>
        <pc:sldMkLst>
          <pc:docMk/>
          <pc:sldMk cId="1539937426" sldId="590"/>
        </pc:sldMkLst>
      </pc:sldChg>
      <pc:sldChg chg="del">
        <pc:chgData name="Craig Alexander" userId="cbab3422-1701-47c9-a4f0-14c0d221c31a" providerId="ADAL" clId="{BDDB1A09-F360-ED4B-BBD5-55FEC2666E36}" dt="2025-03-12T14:31:06.965" v="405" actId="2696"/>
        <pc:sldMkLst>
          <pc:docMk/>
          <pc:sldMk cId="575954067" sldId="591"/>
        </pc:sldMkLst>
      </pc:sldChg>
      <pc:sldChg chg="modSp add mod">
        <pc:chgData name="Craig Alexander" userId="cbab3422-1701-47c9-a4f0-14c0d221c31a" providerId="ADAL" clId="{BDDB1A09-F360-ED4B-BBD5-55FEC2666E36}" dt="2025-03-12T15:13:05.291" v="1462" actId="33524"/>
        <pc:sldMkLst>
          <pc:docMk/>
          <pc:sldMk cId="4210714970" sldId="591"/>
        </pc:sldMkLst>
      </pc:sldChg>
      <pc:sldChg chg="add del">
        <pc:chgData name="Craig Alexander" userId="cbab3422-1701-47c9-a4f0-14c0d221c31a" providerId="ADAL" clId="{BDDB1A09-F360-ED4B-BBD5-55FEC2666E36}" dt="2025-03-12T14:19:05.283" v="399" actId="2696"/>
        <pc:sldMkLst>
          <pc:docMk/>
          <pc:sldMk cId="3569517768" sldId="592"/>
        </pc:sldMkLst>
      </pc:sldChg>
    </pc:docChg>
  </pc:docChgLst>
  <pc:docChgLst>
    <pc:chgData name="Craig Alexander" userId="cbab3422-1701-47c9-a4f0-14c0d221c31a" providerId="ADAL" clId="{7EF5FF1F-EBA7-5753-8263-DF662684BA5D}"/>
    <pc:docChg chg="custSel modSld">
      <pc:chgData name="Craig Alexander" userId="cbab3422-1701-47c9-a4f0-14c0d221c31a" providerId="ADAL" clId="{7EF5FF1F-EBA7-5753-8263-DF662684BA5D}" dt="2025-10-06T08:22:51.430" v="1" actId="478"/>
      <pc:docMkLst>
        <pc:docMk/>
      </pc:docMkLst>
      <pc:sldChg chg="delSp modSp mod">
        <pc:chgData name="Craig Alexander" userId="cbab3422-1701-47c9-a4f0-14c0d221c31a" providerId="ADAL" clId="{7EF5FF1F-EBA7-5753-8263-DF662684BA5D}" dt="2025-10-06T08:22:51.430" v="1" actId="478"/>
        <pc:sldMkLst>
          <pc:docMk/>
          <pc:sldMk cId="2296006099" sldId="585"/>
        </pc:sldMkLst>
        <pc:spChg chg="mod">
          <ac:chgData name="Craig Alexander" userId="cbab3422-1701-47c9-a4f0-14c0d221c31a" providerId="ADAL" clId="{7EF5FF1F-EBA7-5753-8263-DF662684BA5D}" dt="2025-10-06T08:22:40.796" v="0" actId="20577"/>
          <ac:spMkLst>
            <pc:docMk/>
            <pc:sldMk cId="2296006099" sldId="585"/>
            <ac:spMk id="3" creationId="{2230D8A9-ED04-4EA0-B35C-55F26289616D}"/>
          </ac:spMkLst>
        </pc:spChg>
        <pc:spChg chg="del">
          <ac:chgData name="Craig Alexander" userId="cbab3422-1701-47c9-a4f0-14c0d221c31a" providerId="ADAL" clId="{7EF5FF1F-EBA7-5753-8263-DF662684BA5D}" dt="2025-10-06T08:22:51.430" v="1" actId="478"/>
          <ac:spMkLst>
            <pc:docMk/>
            <pc:sldMk cId="2296006099" sldId="585"/>
            <ac:spMk id="4" creationId="{E5035159-8A50-3C31-EA6D-47008B3C9C59}"/>
          </ac:spMkLst>
        </pc:spChg>
      </pc:sldChg>
    </pc:docChg>
  </pc:docChgLst>
  <pc:docChgLst>
    <pc:chgData name="Craig Alexander" userId="cbab3422-1701-47c9-a4f0-14c0d221c31a" providerId="ADAL" clId="{A21719F9-C56D-1741-83C7-D55810D3BEE0}"/>
    <pc:docChg chg="undo redo custSel addSld delSld modSld sldOrd">
      <pc:chgData name="Craig Alexander" userId="cbab3422-1701-47c9-a4f0-14c0d221c31a" providerId="ADAL" clId="{A21719F9-C56D-1741-83C7-D55810D3BEE0}" dt="2023-08-30T15:04:35.445" v="5774" actId="20577"/>
      <pc:docMkLst>
        <pc:docMk/>
      </pc:docMkLst>
      <pc:sldChg chg="modSp mod">
        <pc:chgData name="Craig Alexander" userId="cbab3422-1701-47c9-a4f0-14c0d221c31a" providerId="ADAL" clId="{A21719F9-C56D-1741-83C7-D55810D3BEE0}" dt="2023-08-30T12:33:12.468" v="702" actId="20577"/>
        <pc:sldMkLst>
          <pc:docMk/>
          <pc:sldMk cId="4244171547" sldId="256"/>
        </pc:sldMkLst>
      </pc:sldChg>
      <pc:sldChg chg="delSp modSp mod">
        <pc:chgData name="Craig Alexander" userId="cbab3422-1701-47c9-a4f0-14c0d221c31a" providerId="ADAL" clId="{A21719F9-C56D-1741-83C7-D55810D3BEE0}" dt="2023-08-30T14:13:46.097" v="5693" actId="20577"/>
        <pc:sldMkLst>
          <pc:docMk/>
          <pc:sldMk cId="3006378702" sldId="273"/>
        </pc:sldMkLst>
      </pc:sldChg>
      <pc:sldChg chg="addSp modSp mod modAnim">
        <pc:chgData name="Craig Alexander" userId="cbab3422-1701-47c9-a4f0-14c0d221c31a" providerId="ADAL" clId="{A21719F9-C56D-1741-83C7-D55810D3BEE0}" dt="2023-08-30T12:32:30.040" v="634" actId="20577"/>
        <pc:sldMkLst>
          <pc:docMk/>
          <pc:sldMk cId="3246870684" sldId="572"/>
        </pc:sldMkLst>
      </pc:sldChg>
      <pc:sldChg chg="del">
        <pc:chgData name="Craig Alexander" userId="cbab3422-1701-47c9-a4f0-14c0d221c31a" providerId="ADAL" clId="{A21719F9-C56D-1741-83C7-D55810D3BEE0}" dt="2023-08-30T13:36:58.348" v="3098" actId="2696"/>
        <pc:sldMkLst>
          <pc:docMk/>
          <pc:sldMk cId="4282323930" sldId="573"/>
        </pc:sldMkLst>
      </pc:sldChg>
      <pc:sldChg chg="delSp modSp add mod">
        <pc:chgData name="Craig Alexander" userId="cbab3422-1701-47c9-a4f0-14c0d221c31a" providerId="ADAL" clId="{A21719F9-C56D-1741-83C7-D55810D3BEE0}" dt="2023-08-30T13:06:37.537" v="1355" actId="20577"/>
        <pc:sldMkLst>
          <pc:docMk/>
          <pc:sldMk cId="2765660820" sldId="574"/>
        </pc:sldMkLst>
      </pc:sldChg>
      <pc:sldChg chg="addSp modSp add mod ord">
        <pc:chgData name="Craig Alexander" userId="cbab3422-1701-47c9-a4f0-14c0d221c31a" providerId="ADAL" clId="{A21719F9-C56D-1741-83C7-D55810D3BEE0}" dt="2023-08-30T15:00:30.012" v="5772" actId="20577"/>
        <pc:sldMkLst>
          <pc:docMk/>
          <pc:sldMk cId="307884208" sldId="575"/>
        </pc:sldMkLst>
      </pc:sldChg>
      <pc:sldChg chg="modSp add mod">
        <pc:chgData name="Craig Alexander" userId="cbab3422-1701-47c9-a4f0-14c0d221c31a" providerId="ADAL" clId="{A21719F9-C56D-1741-83C7-D55810D3BEE0}" dt="2023-08-30T13:16:49.402" v="2075" actId="20577"/>
        <pc:sldMkLst>
          <pc:docMk/>
          <pc:sldMk cId="1375411628" sldId="576"/>
        </pc:sldMkLst>
      </pc:sldChg>
      <pc:sldChg chg="addSp delSp modSp add mod">
        <pc:chgData name="Craig Alexander" userId="cbab3422-1701-47c9-a4f0-14c0d221c31a" providerId="ADAL" clId="{A21719F9-C56D-1741-83C7-D55810D3BEE0}" dt="2023-08-30T13:25:00.309" v="2699" actId="20577"/>
        <pc:sldMkLst>
          <pc:docMk/>
          <pc:sldMk cId="342560847" sldId="577"/>
        </pc:sldMkLst>
      </pc:sldChg>
      <pc:sldChg chg="addSp delSp modSp add mod">
        <pc:chgData name="Craig Alexander" userId="cbab3422-1701-47c9-a4f0-14c0d221c31a" providerId="ADAL" clId="{A21719F9-C56D-1741-83C7-D55810D3BEE0}" dt="2023-08-30T13:50:20.957" v="4009" actId="1076"/>
        <pc:sldMkLst>
          <pc:docMk/>
          <pc:sldMk cId="4118146289" sldId="578"/>
        </pc:sldMkLst>
      </pc:sldChg>
      <pc:sldChg chg="addSp delSp modSp add mod ord">
        <pc:chgData name="Craig Alexander" userId="cbab3422-1701-47c9-a4f0-14c0d221c31a" providerId="ADAL" clId="{A21719F9-C56D-1741-83C7-D55810D3BEE0}" dt="2023-08-30T14:14:05.124" v="5694" actId="33524"/>
        <pc:sldMkLst>
          <pc:docMk/>
          <pc:sldMk cId="258232726" sldId="579"/>
        </pc:sldMkLst>
      </pc:sldChg>
      <pc:sldChg chg="delSp modSp add del mod">
        <pc:chgData name="Craig Alexander" userId="cbab3422-1701-47c9-a4f0-14c0d221c31a" providerId="ADAL" clId="{A21719F9-C56D-1741-83C7-D55810D3BEE0}" dt="2023-08-30T13:49:42.795" v="4003" actId="2696"/>
        <pc:sldMkLst>
          <pc:docMk/>
          <pc:sldMk cId="3010402644" sldId="580"/>
        </pc:sldMkLst>
      </pc:sldChg>
      <pc:sldChg chg="delSp modSp add mod">
        <pc:chgData name="Craig Alexander" userId="cbab3422-1701-47c9-a4f0-14c0d221c31a" providerId="ADAL" clId="{A21719F9-C56D-1741-83C7-D55810D3BEE0}" dt="2023-08-30T13:49:38.654" v="4002" actId="255"/>
        <pc:sldMkLst>
          <pc:docMk/>
          <pc:sldMk cId="2326906526" sldId="581"/>
        </pc:sldMkLst>
      </pc:sldChg>
      <pc:sldChg chg="addSp delSp modSp add mod">
        <pc:chgData name="Craig Alexander" userId="cbab3422-1701-47c9-a4f0-14c0d221c31a" providerId="ADAL" clId="{A21719F9-C56D-1741-83C7-D55810D3BEE0}" dt="2023-08-30T13:56:00.982" v="4326" actId="33524"/>
        <pc:sldMkLst>
          <pc:docMk/>
          <pc:sldMk cId="2318472811" sldId="582"/>
        </pc:sldMkLst>
      </pc:sldChg>
      <pc:sldChg chg="delSp modSp add mod">
        <pc:chgData name="Craig Alexander" userId="cbab3422-1701-47c9-a4f0-14c0d221c31a" providerId="ADAL" clId="{A21719F9-C56D-1741-83C7-D55810D3BEE0}" dt="2023-08-30T14:02:20.175" v="4785" actId="20577"/>
        <pc:sldMkLst>
          <pc:docMk/>
          <pc:sldMk cId="3287797547" sldId="583"/>
        </pc:sldMkLst>
      </pc:sldChg>
      <pc:sldChg chg="modSp add mod">
        <pc:chgData name="Craig Alexander" userId="cbab3422-1701-47c9-a4f0-14c0d221c31a" providerId="ADAL" clId="{A21719F9-C56D-1741-83C7-D55810D3BEE0}" dt="2023-08-30T14:09:17.502" v="5355" actId="20577"/>
        <pc:sldMkLst>
          <pc:docMk/>
          <pc:sldMk cId="307395189" sldId="584"/>
        </pc:sldMkLst>
      </pc:sldChg>
      <pc:sldChg chg="addSp modSp add mod">
        <pc:chgData name="Craig Alexander" userId="cbab3422-1701-47c9-a4f0-14c0d221c31a" providerId="ADAL" clId="{A21719F9-C56D-1741-83C7-D55810D3BEE0}" dt="2023-08-30T15:04:35.445" v="5774" actId="20577"/>
        <pc:sldMkLst>
          <pc:docMk/>
          <pc:sldMk cId="2296006099" sldId="585"/>
        </pc:sldMkLst>
      </pc:sldChg>
    </pc:docChg>
  </pc:docChgLst>
  <pc:docChgLst>
    <pc:chgData name="Craig Alexander" userId="cbab3422-1701-47c9-a4f0-14c0d221c31a" providerId="ADAL" clId="{0C2CF798-AB7D-9549-9EEC-811695D55866}"/>
    <pc:docChg chg="undo custSel addSld delSld modSld">
      <pc:chgData name="Craig Alexander" userId="cbab3422-1701-47c9-a4f0-14c0d221c31a" providerId="ADAL" clId="{0C2CF798-AB7D-9549-9EEC-811695D55866}" dt="2023-08-21T16:37:34.109" v="349" actId="1076"/>
      <pc:docMkLst>
        <pc:docMk/>
      </pc:docMkLst>
      <pc:sldChg chg="addSp delSp modSp mod">
        <pc:chgData name="Craig Alexander" userId="cbab3422-1701-47c9-a4f0-14c0d221c31a" providerId="ADAL" clId="{0C2CF798-AB7D-9549-9EEC-811695D55866}" dt="2023-08-21T14:00:19.663" v="164" actId="14100"/>
        <pc:sldMkLst>
          <pc:docMk/>
          <pc:sldMk cId="4244171547" sldId="256"/>
        </pc:sldMkLst>
      </pc:sldChg>
      <pc:sldChg chg="addSp modSp mod">
        <pc:chgData name="Craig Alexander" userId="cbab3422-1701-47c9-a4f0-14c0d221c31a" providerId="ADAL" clId="{0C2CF798-AB7D-9549-9EEC-811695D55866}" dt="2023-08-21T16:35:25.616" v="297" actId="207"/>
        <pc:sldMkLst>
          <pc:docMk/>
          <pc:sldMk cId="3006378702" sldId="273"/>
        </pc:sldMkLst>
      </pc:sldChg>
      <pc:sldChg chg="del">
        <pc:chgData name="Craig Alexander" userId="cbab3422-1701-47c9-a4f0-14c0d221c31a" providerId="ADAL" clId="{0C2CF798-AB7D-9549-9EEC-811695D55866}" dt="2023-08-21T16:23:00.318" v="166" actId="2696"/>
        <pc:sldMkLst>
          <pc:docMk/>
          <pc:sldMk cId="2427181910" sldId="447"/>
        </pc:sldMkLst>
      </pc:sldChg>
      <pc:sldChg chg="addSp delSp mod">
        <pc:chgData name="Craig Alexander" userId="cbab3422-1701-47c9-a4f0-14c0d221c31a" providerId="ADAL" clId="{0C2CF798-AB7D-9549-9EEC-811695D55866}" dt="2023-08-21T16:36:18.845" v="300" actId="478"/>
        <pc:sldMkLst>
          <pc:docMk/>
          <pc:sldMk cId="2897186110" sldId="488"/>
        </pc:sldMkLst>
      </pc:sldChg>
      <pc:sldChg chg="del">
        <pc:chgData name="Craig Alexander" userId="cbab3422-1701-47c9-a4f0-14c0d221c31a" providerId="ADAL" clId="{0C2CF798-AB7D-9549-9EEC-811695D55866}" dt="2023-08-21T16:35:39.284" v="298" actId="2696"/>
        <pc:sldMkLst>
          <pc:docMk/>
          <pc:sldMk cId="1516134597" sldId="489"/>
        </pc:sldMkLst>
      </pc:sldChg>
      <pc:sldChg chg="del">
        <pc:chgData name="Craig Alexander" userId="cbab3422-1701-47c9-a4f0-14c0d221c31a" providerId="ADAL" clId="{0C2CF798-AB7D-9549-9EEC-811695D55866}" dt="2023-08-21T13:50:41.507" v="0" actId="2696"/>
        <pc:sldMkLst>
          <pc:docMk/>
          <pc:sldMk cId="3326717894" sldId="492"/>
        </pc:sldMkLst>
      </pc:sldChg>
      <pc:sldChg chg="delSp modSp add mod delAnim modAnim">
        <pc:chgData name="Craig Alexander" userId="cbab3422-1701-47c9-a4f0-14c0d221c31a" providerId="ADAL" clId="{0C2CF798-AB7D-9549-9EEC-811695D55866}" dt="2023-08-21T16:37:34.109" v="349" actId="1076"/>
        <pc:sldMkLst>
          <pc:docMk/>
          <pc:sldMk cId="3246870684" sldId="572"/>
        </pc:sldMkLst>
      </pc:sldChg>
      <pc:sldChg chg="modSp add mod">
        <pc:chgData name="Craig Alexander" userId="cbab3422-1701-47c9-a4f0-14c0d221c31a" providerId="ADAL" clId="{0C2CF798-AB7D-9549-9EEC-811695D55866}" dt="2023-08-21T16:23:14.062" v="169" actId="1076"/>
        <pc:sldMkLst>
          <pc:docMk/>
          <pc:sldMk cId="874673588" sldId="588"/>
        </pc:sldMkLst>
      </pc:sldChg>
    </pc:docChg>
  </pc:docChgLst>
  <pc:docChgLst>
    <pc:chgData name="Craig Alexander" userId="cbab3422-1701-47c9-a4f0-14c0d221c31a" providerId="ADAL" clId="{61796DCB-B210-6445-980B-A597CEC58852}"/>
    <pc:docChg chg="custSel modSld">
      <pc:chgData name="Craig Alexander" userId="cbab3422-1701-47c9-a4f0-14c0d221c31a" providerId="ADAL" clId="{61796DCB-B210-6445-980B-A597CEC58852}" dt="2025-03-09T15:05:53.041" v="64" actId="1076"/>
      <pc:docMkLst>
        <pc:docMk/>
      </pc:docMkLst>
      <pc:sldChg chg="modSp mod">
        <pc:chgData name="Craig Alexander" userId="cbab3422-1701-47c9-a4f0-14c0d221c31a" providerId="ADAL" clId="{61796DCB-B210-6445-980B-A597CEC58852}" dt="2025-03-09T15:05:53.041" v="64" actId="1076"/>
        <pc:sldMkLst>
          <pc:docMk/>
          <pc:sldMk cId="4244171547" sldId="256"/>
        </pc:sldMkLst>
      </pc:sldChg>
    </pc:docChg>
  </pc:docChgLst>
  <pc:docChgLst>
    <pc:chgData name="Craig Alexander" userId="cbab3422-1701-47c9-a4f0-14c0d221c31a" providerId="ADAL" clId="{CBB3F2A3-F28E-BB48-B64C-BBCF1DC49A44}"/>
    <pc:docChg chg="undo redo custSel addSld delSld modSld sldOrd">
      <pc:chgData name="Craig Alexander" userId="cbab3422-1701-47c9-a4f0-14c0d221c31a" providerId="ADAL" clId="{CBB3F2A3-F28E-BB48-B64C-BBCF1DC49A44}" dt="2023-08-31T16:17:15.609" v="1865" actId="1076"/>
      <pc:docMkLst>
        <pc:docMk/>
      </pc:docMkLst>
      <pc:sldChg chg="delSp modSp mod">
        <pc:chgData name="Craig Alexander" userId="cbab3422-1701-47c9-a4f0-14c0d221c31a" providerId="ADAL" clId="{CBB3F2A3-F28E-BB48-B64C-BBCF1DC49A44}" dt="2023-08-29T15:20:34.547" v="81" actId="20577"/>
        <pc:sldMkLst>
          <pc:docMk/>
          <pc:sldMk cId="4244171547" sldId="256"/>
        </pc:sldMkLst>
      </pc:sldChg>
      <pc:sldChg chg="del">
        <pc:chgData name="Craig Alexander" userId="cbab3422-1701-47c9-a4f0-14c0d221c31a" providerId="ADAL" clId="{CBB3F2A3-F28E-BB48-B64C-BBCF1DC49A44}" dt="2023-08-29T15:39:01.528" v="100" actId="2696"/>
        <pc:sldMkLst>
          <pc:docMk/>
          <pc:sldMk cId="2887075949" sldId="392"/>
        </pc:sldMkLst>
      </pc:sldChg>
      <pc:sldChg chg="delSp del mod">
        <pc:chgData name="Craig Alexander" userId="cbab3422-1701-47c9-a4f0-14c0d221c31a" providerId="ADAL" clId="{CBB3F2A3-F28E-BB48-B64C-BBCF1DC49A44}" dt="2023-08-29T15:38:53.825" v="88" actId="2696"/>
        <pc:sldMkLst>
          <pc:docMk/>
          <pc:sldMk cId="2897186110" sldId="488"/>
        </pc:sldMkLst>
      </pc:sldChg>
      <pc:sldChg chg="del">
        <pc:chgData name="Craig Alexander" userId="cbab3422-1701-47c9-a4f0-14c0d221c31a" providerId="ADAL" clId="{CBB3F2A3-F28E-BB48-B64C-BBCF1DC49A44}" dt="2023-08-29T15:39:00.604" v="96" actId="2696"/>
        <pc:sldMkLst>
          <pc:docMk/>
          <pc:sldMk cId="4105846122" sldId="490"/>
        </pc:sldMkLst>
      </pc:sldChg>
      <pc:sldChg chg="del">
        <pc:chgData name="Craig Alexander" userId="cbab3422-1701-47c9-a4f0-14c0d221c31a" providerId="ADAL" clId="{CBB3F2A3-F28E-BB48-B64C-BBCF1DC49A44}" dt="2023-08-29T15:39:01.329" v="99" actId="2696"/>
        <pc:sldMkLst>
          <pc:docMk/>
          <pc:sldMk cId="4225894553" sldId="491"/>
        </pc:sldMkLst>
      </pc:sldChg>
      <pc:sldChg chg="del">
        <pc:chgData name="Craig Alexander" userId="cbab3422-1701-47c9-a4f0-14c0d221c31a" providerId="ADAL" clId="{CBB3F2A3-F28E-BB48-B64C-BBCF1DC49A44}" dt="2023-08-29T15:39:01.147" v="98" actId="2696"/>
        <pc:sldMkLst>
          <pc:docMk/>
          <pc:sldMk cId="2509061376" sldId="500"/>
        </pc:sldMkLst>
      </pc:sldChg>
      <pc:sldChg chg="del">
        <pc:chgData name="Craig Alexander" userId="cbab3422-1701-47c9-a4f0-14c0d221c31a" providerId="ADAL" clId="{CBB3F2A3-F28E-BB48-B64C-BBCF1DC49A44}" dt="2023-08-29T15:39:04.917" v="113" actId="2696"/>
        <pc:sldMkLst>
          <pc:docMk/>
          <pc:sldMk cId="1606215069" sldId="501"/>
        </pc:sldMkLst>
      </pc:sldChg>
      <pc:sldChg chg="del">
        <pc:chgData name="Craig Alexander" userId="cbab3422-1701-47c9-a4f0-14c0d221c31a" providerId="ADAL" clId="{CBB3F2A3-F28E-BB48-B64C-BBCF1DC49A44}" dt="2023-08-29T15:39:02.778" v="105" actId="2696"/>
        <pc:sldMkLst>
          <pc:docMk/>
          <pc:sldMk cId="711435638" sldId="502"/>
        </pc:sldMkLst>
      </pc:sldChg>
      <pc:sldChg chg="del">
        <pc:chgData name="Craig Alexander" userId="cbab3422-1701-47c9-a4f0-14c0d221c31a" providerId="ADAL" clId="{CBB3F2A3-F28E-BB48-B64C-BBCF1DC49A44}" dt="2023-08-29T15:39:03.320" v="107" actId="2696"/>
        <pc:sldMkLst>
          <pc:docMk/>
          <pc:sldMk cId="722113721" sldId="503"/>
        </pc:sldMkLst>
      </pc:sldChg>
      <pc:sldChg chg="del">
        <pc:chgData name="Craig Alexander" userId="cbab3422-1701-47c9-a4f0-14c0d221c31a" providerId="ADAL" clId="{CBB3F2A3-F28E-BB48-B64C-BBCF1DC49A44}" dt="2023-08-29T15:39:06.060" v="117" actId="2696"/>
        <pc:sldMkLst>
          <pc:docMk/>
          <pc:sldMk cId="473672335" sldId="504"/>
        </pc:sldMkLst>
      </pc:sldChg>
      <pc:sldChg chg="del">
        <pc:chgData name="Craig Alexander" userId="cbab3422-1701-47c9-a4f0-14c0d221c31a" providerId="ADAL" clId="{CBB3F2A3-F28E-BB48-B64C-BBCF1DC49A44}" dt="2023-08-29T15:39:03.613" v="108" actId="2696"/>
        <pc:sldMkLst>
          <pc:docMk/>
          <pc:sldMk cId="1969113723" sldId="505"/>
        </pc:sldMkLst>
      </pc:sldChg>
      <pc:sldChg chg="del">
        <pc:chgData name="Craig Alexander" userId="cbab3422-1701-47c9-a4f0-14c0d221c31a" providerId="ADAL" clId="{CBB3F2A3-F28E-BB48-B64C-BBCF1DC49A44}" dt="2023-08-29T15:39:03.874" v="109" actId="2696"/>
        <pc:sldMkLst>
          <pc:docMk/>
          <pc:sldMk cId="1197946609" sldId="506"/>
        </pc:sldMkLst>
      </pc:sldChg>
      <pc:sldChg chg="del">
        <pc:chgData name="Craig Alexander" userId="cbab3422-1701-47c9-a4f0-14c0d221c31a" providerId="ADAL" clId="{CBB3F2A3-F28E-BB48-B64C-BBCF1DC49A44}" dt="2023-08-29T15:39:05.205" v="114" actId="2696"/>
        <pc:sldMkLst>
          <pc:docMk/>
          <pc:sldMk cId="1667014214" sldId="507"/>
        </pc:sldMkLst>
      </pc:sldChg>
      <pc:sldChg chg="del">
        <pc:chgData name="Craig Alexander" userId="cbab3422-1701-47c9-a4f0-14c0d221c31a" providerId="ADAL" clId="{CBB3F2A3-F28E-BB48-B64C-BBCF1DC49A44}" dt="2023-08-29T15:39:05.757" v="116" actId="2696"/>
        <pc:sldMkLst>
          <pc:docMk/>
          <pc:sldMk cId="2069854438" sldId="509"/>
        </pc:sldMkLst>
      </pc:sldChg>
      <pc:sldChg chg="del">
        <pc:chgData name="Craig Alexander" userId="cbab3422-1701-47c9-a4f0-14c0d221c31a" providerId="ADAL" clId="{CBB3F2A3-F28E-BB48-B64C-BBCF1DC49A44}" dt="2023-08-29T15:39:05.478" v="115" actId="2696"/>
        <pc:sldMkLst>
          <pc:docMk/>
          <pc:sldMk cId="510376013" sldId="510"/>
        </pc:sldMkLst>
      </pc:sldChg>
      <pc:sldChg chg="del">
        <pc:chgData name="Craig Alexander" userId="cbab3422-1701-47c9-a4f0-14c0d221c31a" providerId="ADAL" clId="{CBB3F2A3-F28E-BB48-B64C-BBCF1DC49A44}" dt="2023-08-29T15:39:06.519" v="118" actId="2696"/>
        <pc:sldMkLst>
          <pc:docMk/>
          <pc:sldMk cId="2413955327" sldId="512"/>
        </pc:sldMkLst>
      </pc:sldChg>
      <pc:sldChg chg="del">
        <pc:chgData name="Craig Alexander" userId="cbab3422-1701-47c9-a4f0-14c0d221c31a" providerId="ADAL" clId="{CBB3F2A3-F28E-BB48-B64C-BBCF1DC49A44}" dt="2023-08-29T15:39:04.398" v="111" actId="2696"/>
        <pc:sldMkLst>
          <pc:docMk/>
          <pc:sldMk cId="2619819348" sldId="514"/>
        </pc:sldMkLst>
      </pc:sldChg>
      <pc:sldChg chg="del">
        <pc:chgData name="Craig Alexander" userId="cbab3422-1701-47c9-a4f0-14c0d221c31a" providerId="ADAL" clId="{CBB3F2A3-F28E-BB48-B64C-BBCF1DC49A44}" dt="2023-08-29T15:39:03.052" v="106" actId="2696"/>
        <pc:sldMkLst>
          <pc:docMk/>
          <pc:sldMk cId="424609526" sldId="516"/>
        </pc:sldMkLst>
      </pc:sldChg>
      <pc:sldChg chg="del">
        <pc:chgData name="Craig Alexander" userId="cbab3422-1701-47c9-a4f0-14c0d221c31a" providerId="ADAL" clId="{CBB3F2A3-F28E-BB48-B64C-BBCF1DC49A44}" dt="2023-08-29T15:39:04.152" v="110" actId="2696"/>
        <pc:sldMkLst>
          <pc:docMk/>
          <pc:sldMk cId="3145855459" sldId="517"/>
        </pc:sldMkLst>
      </pc:sldChg>
      <pc:sldChg chg="del">
        <pc:chgData name="Craig Alexander" userId="cbab3422-1701-47c9-a4f0-14c0d221c31a" providerId="ADAL" clId="{CBB3F2A3-F28E-BB48-B64C-BBCF1DC49A44}" dt="2023-08-29T15:39:04.651" v="112" actId="2696"/>
        <pc:sldMkLst>
          <pc:docMk/>
          <pc:sldMk cId="553780453" sldId="518"/>
        </pc:sldMkLst>
      </pc:sldChg>
      <pc:sldChg chg="del">
        <pc:chgData name="Craig Alexander" userId="cbab3422-1701-47c9-a4f0-14c0d221c31a" providerId="ADAL" clId="{CBB3F2A3-F28E-BB48-B64C-BBCF1DC49A44}" dt="2023-08-29T15:38:59.952" v="95" actId="2696"/>
        <pc:sldMkLst>
          <pc:docMk/>
          <pc:sldMk cId="2528141037" sldId="519"/>
        </pc:sldMkLst>
      </pc:sldChg>
      <pc:sldChg chg="del">
        <pc:chgData name="Craig Alexander" userId="cbab3422-1701-47c9-a4f0-14c0d221c31a" providerId="ADAL" clId="{CBB3F2A3-F28E-BB48-B64C-BBCF1DC49A44}" dt="2023-08-29T15:39:00.944" v="97" actId="2696"/>
        <pc:sldMkLst>
          <pc:docMk/>
          <pc:sldMk cId="4064413567" sldId="520"/>
        </pc:sldMkLst>
      </pc:sldChg>
      <pc:sldChg chg="del">
        <pc:chgData name="Craig Alexander" userId="cbab3422-1701-47c9-a4f0-14c0d221c31a" providerId="ADAL" clId="{CBB3F2A3-F28E-BB48-B64C-BBCF1DC49A44}" dt="2023-08-29T15:39:01.742" v="101" actId="2696"/>
        <pc:sldMkLst>
          <pc:docMk/>
          <pc:sldMk cId="2836466154" sldId="521"/>
        </pc:sldMkLst>
      </pc:sldChg>
      <pc:sldChg chg="del">
        <pc:chgData name="Craig Alexander" userId="cbab3422-1701-47c9-a4f0-14c0d221c31a" providerId="ADAL" clId="{CBB3F2A3-F28E-BB48-B64C-BBCF1DC49A44}" dt="2023-08-29T15:39:01.958" v="102" actId="2696"/>
        <pc:sldMkLst>
          <pc:docMk/>
          <pc:sldMk cId="628495851" sldId="522"/>
        </pc:sldMkLst>
      </pc:sldChg>
      <pc:sldChg chg="del">
        <pc:chgData name="Craig Alexander" userId="cbab3422-1701-47c9-a4f0-14c0d221c31a" providerId="ADAL" clId="{CBB3F2A3-F28E-BB48-B64C-BBCF1DC49A44}" dt="2023-08-29T15:39:02.493" v="104" actId="2696"/>
        <pc:sldMkLst>
          <pc:docMk/>
          <pc:sldMk cId="792774641" sldId="523"/>
        </pc:sldMkLst>
      </pc:sldChg>
      <pc:sldChg chg="del">
        <pc:chgData name="Craig Alexander" userId="cbab3422-1701-47c9-a4f0-14c0d221c31a" providerId="ADAL" clId="{CBB3F2A3-F28E-BB48-B64C-BBCF1DC49A44}" dt="2023-08-29T15:39:02.214" v="103" actId="2696"/>
        <pc:sldMkLst>
          <pc:docMk/>
          <pc:sldMk cId="1078141159" sldId="525"/>
        </pc:sldMkLst>
      </pc:sldChg>
      <pc:sldChg chg="delSp modSp add del mod">
        <pc:chgData name="Craig Alexander" userId="cbab3422-1701-47c9-a4f0-14c0d221c31a" providerId="ADAL" clId="{CBB3F2A3-F28E-BB48-B64C-BBCF1DC49A44}" dt="2023-08-31T16:05:59.305" v="1706" actId="1076"/>
        <pc:sldMkLst>
          <pc:docMk/>
          <pc:sldMk cId="3246870684" sldId="572"/>
        </pc:sldMkLst>
      </pc:sldChg>
      <pc:sldChg chg="addSp modSp add mod modAnim">
        <pc:chgData name="Craig Alexander" userId="cbab3422-1701-47c9-a4f0-14c0d221c31a" providerId="ADAL" clId="{CBB3F2A3-F28E-BB48-B64C-BBCF1DC49A44}" dt="2023-08-29T15:40:30.074" v="126" actId="1076"/>
        <pc:sldMkLst>
          <pc:docMk/>
          <pc:sldMk cId="4282323930" sldId="573"/>
        </pc:sldMkLst>
      </pc:sldChg>
      <pc:sldChg chg="del mod ord modShow">
        <pc:chgData name="Craig Alexander" userId="cbab3422-1701-47c9-a4f0-14c0d221c31a" providerId="ADAL" clId="{CBB3F2A3-F28E-BB48-B64C-BBCF1DC49A44}" dt="2023-08-31T15:20:36.824" v="1680" actId="2696"/>
        <pc:sldMkLst>
          <pc:docMk/>
          <pc:sldMk cId="2765660820" sldId="574"/>
        </pc:sldMkLst>
      </pc:sldChg>
      <pc:sldChg chg="modSp mod">
        <pc:chgData name="Craig Alexander" userId="cbab3422-1701-47c9-a4f0-14c0d221c31a" providerId="ADAL" clId="{CBB3F2A3-F28E-BB48-B64C-BBCF1DC49A44}" dt="2023-08-31T16:17:15.609" v="1865" actId="1076"/>
        <pc:sldMkLst>
          <pc:docMk/>
          <pc:sldMk cId="307884208" sldId="575"/>
        </pc:sldMkLst>
      </pc:sldChg>
      <pc:sldChg chg="modSp mod">
        <pc:chgData name="Craig Alexander" userId="cbab3422-1701-47c9-a4f0-14c0d221c31a" providerId="ADAL" clId="{CBB3F2A3-F28E-BB48-B64C-BBCF1DC49A44}" dt="2023-08-31T14:30:46.322" v="1534" actId="20577"/>
        <pc:sldMkLst>
          <pc:docMk/>
          <pc:sldMk cId="1375411628" sldId="576"/>
        </pc:sldMkLst>
      </pc:sldChg>
      <pc:sldChg chg="modSp mod">
        <pc:chgData name="Craig Alexander" userId="cbab3422-1701-47c9-a4f0-14c0d221c31a" providerId="ADAL" clId="{CBB3F2A3-F28E-BB48-B64C-BBCF1DC49A44}" dt="2023-08-31T16:17:02.110" v="1864" actId="20577"/>
        <pc:sldMkLst>
          <pc:docMk/>
          <pc:sldMk cId="342560847" sldId="577"/>
        </pc:sldMkLst>
      </pc:sldChg>
      <pc:sldChg chg="modSp del mod modShow">
        <pc:chgData name="Craig Alexander" userId="cbab3422-1701-47c9-a4f0-14c0d221c31a" providerId="ADAL" clId="{CBB3F2A3-F28E-BB48-B64C-BBCF1DC49A44}" dt="2023-08-31T15:20:39.160" v="1681" actId="2696"/>
        <pc:sldMkLst>
          <pc:docMk/>
          <pc:sldMk cId="4118146289" sldId="578"/>
        </pc:sldMkLst>
      </pc:sldChg>
      <pc:sldChg chg="ord">
        <pc:chgData name="Craig Alexander" userId="cbab3422-1701-47c9-a4f0-14c0d221c31a" providerId="ADAL" clId="{CBB3F2A3-F28E-BB48-B64C-BBCF1DC49A44}" dt="2023-08-31T14:27:38.581" v="1356" actId="20578"/>
        <pc:sldMkLst>
          <pc:docMk/>
          <pc:sldMk cId="258232726" sldId="579"/>
        </pc:sldMkLst>
      </pc:sldChg>
      <pc:sldChg chg="ord">
        <pc:chgData name="Craig Alexander" userId="cbab3422-1701-47c9-a4f0-14c0d221c31a" providerId="ADAL" clId="{CBB3F2A3-F28E-BB48-B64C-BBCF1DC49A44}" dt="2023-08-31T14:31:01.731" v="1535" actId="20578"/>
        <pc:sldMkLst>
          <pc:docMk/>
          <pc:sldMk cId="2326906526" sldId="581"/>
        </pc:sldMkLst>
      </pc:sldChg>
      <pc:sldChg chg="modSp mod">
        <pc:chgData name="Craig Alexander" userId="cbab3422-1701-47c9-a4f0-14c0d221c31a" providerId="ADAL" clId="{CBB3F2A3-F28E-BB48-B64C-BBCF1DC49A44}" dt="2023-08-31T16:01:32.149" v="1685" actId="20577"/>
        <pc:sldMkLst>
          <pc:docMk/>
          <pc:sldMk cId="2318472811" sldId="582"/>
        </pc:sldMkLst>
      </pc:sldChg>
      <pc:sldChg chg="modSp mod">
        <pc:chgData name="Craig Alexander" userId="cbab3422-1701-47c9-a4f0-14c0d221c31a" providerId="ADAL" clId="{CBB3F2A3-F28E-BB48-B64C-BBCF1DC49A44}" dt="2023-08-31T14:33:29.882" v="1661" actId="20577"/>
        <pc:sldMkLst>
          <pc:docMk/>
          <pc:sldMk cId="307395189" sldId="584"/>
        </pc:sldMkLst>
      </pc:sldChg>
      <pc:sldChg chg="modSp mod">
        <pc:chgData name="Craig Alexander" userId="cbab3422-1701-47c9-a4f0-14c0d221c31a" providerId="ADAL" clId="{CBB3F2A3-F28E-BB48-B64C-BBCF1DC49A44}" dt="2023-08-31T16:01:47.044" v="1689" actId="20577"/>
        <pc:sldMkLst>
          <pc:docMk/>
          <pc:sldMk cId="2296006099" sldId="585"/>
        </pc:sldMkLst>
      </pc:sldChg>
      <pc:sldChg chg="delSp modSp add mod">
        <pc:chgData name="Craig Alexander" userId="cbab3422-1701-47c9-a4f0-14c0d221c31a" providerId="ADAL" clId="{CBB3F2A3-F28E-BB48-B64C-BBCF1DC49A44}" dt="2023-08-31T16:05:41.238" v="1699" actId="5793"/>
        <pc:sldMkLst>
          <pc:docMk/>
          <pc:sldMk cId="3739972850" sldId="586"/>
        </pc:sldMkLst>
      </pc:sldChg>
      <pc:sldChg chg="addSp delSp modSp add del mod">
        <pc:chgData name="Craig Alexander" userId="cbab3422-1701-47c9-a4f0-14c0d221c31a" providerId="ADAL" clId="{CBB3F2A3-F28E-BB48-B64C-BBCF1DC49A44}" dt="2023-08-31T14:26:53.473" v="1355" actId="2696"/>
        <pc:sldMkLst>
          <pc:docMk/>
          <pc:sldMk cId="375933327" sldId="587"/>
        </pc:sldMkLst>
      </pc:sldChg>
      <pc:sldChg chg="addSp delSp modSp del mod">
        <pc:chgData name="Craig Alexander" userId="cbab3422-1701-47c9-a4f0-14c0d221c31a" providerId="ADAL" clId="{CBB3F2A3-F28E-BB48-B64C-BBCF1DC49A44}" dt="2023-08-29T15:38:59.096" v="93" actId="2696"/>
        <pc:sldMkLst>
          <pc:docMk/>
          <pc:sldMk cId="874673588" sldId="588"/>
        </pc:sldMkLst>
      </pc:sldChg>
      <pc:sldMasterChg chg="addSldLayout delSldLayout">
        <pc:chgData name="Craig Alexander" userId="cbab3422-1701-47c9-a4f0-14c0d221c31a" providerId="ADAL" clId="{CBB3F2A3-F28E-BB48-B64C-BBCF1DC49A44}" dt="2023-08-29T15:39:06.520" v="119" actId="2696"/>
        <pc:sldMasterMkLst>
          <pc:docMk/>
          <pc:sldMasterMk cId="3635699181" sldId="2147483648"/>
        </pc:sldMasterMkLst>
        <pc:sldLayoutChg chg="del">
          <pc:chgData name="Craig Alexander" userId="cbab3422-1701-47c9-a4f0-14c0d221c31a" providerId="ADAL" clId="{CBB3F2A3-F28E-BB48-B64C-BBCF1DC49A44}" dt="2023-08-29T15:39:06.520" v="119" actId="2696"/>
          <pc:sldLayoutMkLst>
            <pc:docMk/>
            <pc:sldMasterMk cId="3635699181" sldId="2147483648"/>
            <pc:sldLayoutMk cId="582120193" sldId="2147483690"/>
          </pc:sldLayoutMkLst>
        </pc:sldLayoutChg>
        <pc:sldLayoutChg chg="del">
          <pc:chgData name="Craig Alexander" userId="cbab3422-1701-47c9-a4f0-14c0d221c31a" providerId="ADAL" clId="{CBB3F2A3-F28E-BB48-B64C-BBCF1DC49A44}" dt="2023-08-29T15:38:59.098" v="94" actId="2696"/>
          <pc:sldLayoutMkLst>
            <pc:docMk/>
            <pc:sldMasterMk cId="3635699181" sldId="2147483648"/>
            <pc:sldLayoutMk cId="3262624189" sldId="2147483692"/>
          </pc:sldLayoutMkLst>
        </pc:sldLayoutChg>
        <pc:sldLayoutChg chg="add del">
          <pc:chgData name="Craig Alexander" userId="cbab3422-1701-47c9-a4f0-14c0d221c31a" providerId="ADAL" clId="{CBB3F2A3-F28E-BB48-B64C-BBCF1DC49A44}" dt="2023-08-29T15:38:56.947" v="91" actId="2696"/>
          <pc:sldLayoutMkLst>
            <pc:docMk/>
            <pc:sldMasterMk cId="3635699181" sldId="2147483648"/>
            <pc:sldLayoutMk cId="795093897" sldId="2147483693"/>
          </pc:sldLayoutMkLst>
        </pc:sldLayoutChg>
      </pc:sldMasterChg>
    </pc:docChg>
  </pc:docChgLst>
  <pc:docChgLst>
    <pc:chgData name="Craig Alexander" userId="cbab3422-1701-47c9-a4f0-14c0d221c31a" providerId="ADAL" clId="{D466AD05-C18A-8643-A2BD-22055061ACA6}"/>
    <pc:docChg chg="undo custSel addSld modSld">
      <pc:chgData name="Craig Alexander" userId="cbab3422-1701-47c9-a4f0-14c0d221c31a" providerId="ADAL" clId="{D466AD05-C18A-8643-A2BD-22055061ACA6}" dt="2024-06-11T10:43:33.899" v="2234" actId="20577"/>
      <pc:docMkLst>
        <pc:docMk/>
      </pc:docMkLst>
      <pc:sldChg chg="modSp mod">
        <pc:chgData name="Craig Alexander" userId="cbab3422-1701-47c9-a4f0-14c0d221c31a" providerId="ADAL" clId="{D466AD05-C18A-8643-A2BD-22055061ACA6}" dt="2024-06-11T09:42:26.710" v="71" actId="20577"/>
        <pc:sldMkLst>
          <pc:docMk/>
          <pc:sldMk cId="4244171547" sldId="256"/>
        </pc:sldMkLst>
      </pc:sldChg>
      <pc:sldChg chg="modSp mod">
        <pc:chgData name="Craig Alexander" userId="cbab3422-1701-47c9-a4f0-14c0d221c31a" providerId="ADAL" clId="{D466AD05-C18A-8643-A2BD-22055061ACA6}" dt="2024-06-11T09:58:19.590" v="394" actId="20577"/>
        <pc:sldMkLst>
          <pc:docMk/>
          <pc:sldMk cId="3006378702" sldId="273"/>
        </pc:sldMkLst>
      </pc:sldChg>
      <pc:sldChg chg="modSp mod">
        <pc:chgData name="Craig Alexander" userId="cbab3422-1701-47c9-a4f0-14c0d221c31a" providerId="ADAL" clId="{D466AD05-C18A-8643-A2BD-22055061ACA6}" dt="2024-06-11T09:51:37.363" v="243" actId="1076"/>
        <pc:sldMkLst>
          <pc:docMk/>
          <pc:sldMk cId="3246870684" sldId="572"/>
        </pc:sldMkLst>
      </pc:sldChg>
      <pc:sldChg chg="modSp mod">
        <pc:chgData name="Craig Alexander" userId="cbab3422-1701-47c9-a4f0-14c0d221c31a" providerId="ADAL" clId="{D466AD05-C18A-8643-A2BD-22055061ACA6}" dt="2024-06-11T10:09:36.920" v="644" actId="20577"/>
        <pc:sldMkLst>
          <pc:docMk/>
          <pc:sldMk cId="1375411628" sldId="576"/>
        </pc:sldMkLst>
      </pc:sldChg>
      <pc:sldChg chg="modSp mod">
        <pc:chgData name="Craig Alexander" userId="cbab3422-1701-47c9-a4f0-14c0d221c31a" providerId="ADAL" clId="{D466AD05-C18A-8643-A2BD-22055061ACA6}" dt="2024-06-11T10:09:57.508" v="645" actId="1076"/>
        <pc:sldMkLst>
          <pc:docMk/>
          <pc:sldMk cId="2326906526" sldId="581"/>
        </pc:sldMkLst>
      </pc:sldChg>
      <pc:sldChg chg="modSp mod">
        <pc:chgData name="Craig Alexander" userId="cbab3422-1701-47c9-a4f0-14c0d221c31a" providerId="ADAL" clId="{D466AD05-C18A-8643-A2BD-22055061ACA6}" dt="2024-06-11T10:14:43.859" v="1063" actId="20577"/>
        <pc:sldMkLst>
          <pc:docMk/>
          <pc:sldMk cId="3287797547" sldId="583"/>
        </pc:sldMkLst>
      </pc:sldChg>
      <pc:sldChg chg="modSp mod">
        <pc:chgData name="Craig Alexander" userId="cbab3422-1701-47c9-a4f0-14c0d221c31a" providerId="ADAL" clId="{D466AD05-C18A-8643-A2BD-22055061ACA6}" dt="2024-06-11T10:42:33.947" v="2158" actId="20577"/>
        <pc:sldMkLst>
          <pc:docMk/>
          <pc:sldMk cId="307395189" sldId="584"/>
        </pc:sldMkLst>
      </pc:sldChg>
      <pc:sldChg chg="modSp mod">
        <pc:chgData name="Craig Alexander" userId="cbab3422-1701-47c9-a4f0-14c0d221c31a" providerId="ADAL" clId="{D466AD05-C18A-8643-A2BD-22055061ACA6}" dt="2024-06-11T10:43:33.899" v="2234" actId="20577"/>
        <pc:sldMkLst>
          <pc:docMk/>
          <pc:sldMk cId="2296006099" sldId="585"/>
        </pc:sldMkLst>
      </pc:sldChg>
      <pc:sldChg chg="addSp delSp modSp add mod">
        <pc:chgData name="Craig Alexander" userId="cbab3422-1701-47c9-a4f0-14c0d221c31a" providerId="ADAL" clId="{D466AD05-C18A-8643-A2BD-22055061ACA6}" dt="2024-06-11T10:06:21.529" v="583" actId="1076"/>
        <pc:sldMkLst>
          <pc:docMk/>
          <pc:sldMk cId="1360808338" sldId="587"/>
        </pc:sldMkLst>
      </pc:sldChg>
      <pc:sldChg chg="modSp add mod">
        <pc:chgData name="Craig Alexander" userId="cbab3422-1701-47c9-a4f0-14c0d221c31a" providerId="ADAL" clId="{D466AD05-C18A-8643-A2BD-22055061ACA6}" dt="2024-06-11T10:00:27.816" v="495" actId="1076"/>
        <pc:sldMkLst>
          <pc:docMk/>
          <pc:sldMk cId="3060650125" sldId="588"/>
        </pc:sldMkLst>
      </pc:sldChg>
      <pc:sldChg chg="addSp modSp add mod">
        <pc:chgData name="Craig Alexander" userId="cbab3422-1701-47c9-a4f0-14c0d221c31a" providerId="ADAL" clId="{D466AD05-C18A-8643-A2BD-22055061ACA6}" dt="2024-06-11T10:13:07.397" v="843" actId="1076"/>
        <pc:sldMkLst>
          <pc:docMk/>
          <pc:sldMk cId="3477334548" sldId="589"/>
        </pc:sldMkLst>
      </pc:sldChg>
      <pc:sldChg chg="modSp add mod">
        <pc:chgData name="Craig Alexander" userId="cbab3422-1701-47c9-a4f0-14c0d221c31a" providerId="ADAL" clId="{D466AD05-C18A-8643-A2BD-22055061ACA6}" dt="2024-06-11T10:38:52.627" v="1979" actId="20577"/>
        <pc:sldMkLst>
          <pc:docMk/>
          <pc:sldMk cId="1539937426" sldId="590"/>
        </pc:sldMkLst>
      </pc:sldChg>
      <pc:sldChg chg="addSp delSp modSp add mod">
        <pc:chgData name="Craig Alexander" userId="cbab3422-1701-47c9-a4f0-14c0d221c31a" providerId="ADAL" clId="{D466AD05-C18A-8643-A2BD-22055061ACA6}" dt="2024-06-11T10:41:45.719" v="2151" actId="20577"/>
        <pc:sldMkLst>
          <pc:docMk/>
          <pc:sldMk cId="575954067" sldId="5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6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0563" y="3016250"/>
            <a:ext cx="5680075" cy="6223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5A3FE5F-792E-894C-96F2-B918CA1BC6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567" y="1705342"/>
            <a:ext cx="11100631" cy="47404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qu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9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09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54" r:id="rId4"/>
    <p:sldLayoutId id="2147483656" r:id="rId5"/>
    <p:sldLayoutId id="2147483649" r:id="rId6"/>
    <p:sldLayoutId id="2147483684" r:id="rId7"/>
    <p:sldLayoutId id="2147483691" r:id="rId8"/>
    <p:sldLayoutId id="2147483693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raig.alexander.2@glasgow.ac.uk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0/msor.v21i2.1397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mailto:Craig.Alexander.2@Glasgow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E1048C9E-FD83-5065-AB12-61A24A125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Integrating Version Control into the statistics curriculum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0418" y="2905199"/>
            <a:ext cx="5680075" cy="6223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Craig Alexander, University of Glasgow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hlinkClick r:id="rId3"/>
              </a:rPr>
              <a:t>craig.alexander.2@glasgow.ac.uk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Introduction - Why Version Control in statistics education?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361" y="1435384"/>
            <a:ext cx="85135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Many degree programmes in Statistics consist of courses with a high volume of theory, lacking exposure to technical skills key for the workplace.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Version control is becoming an ever-increasing feature within roles across academia and industry in statistics and data science. </a:t>
            </a:r>
          </a:p>
          <a:p>
            <a:pPr marL="38100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How do we integrate teaching version control into our learning and teaching practice?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77E5BD1B-39B9-3B20-24BD-54B264FE4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3" y="2125581"/>
            <a:ext cx="2606837" cy="260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87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Incorporating Version Control into Teaching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703725"/>
            <a:ext cx="10469362" cy="477407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600" dirty="0"/>
              <a:t>At Glasgow, we have incorporated version control into our teaching practice through several initiatives:</a:t>
            </a:r>
          </a:p>
          <a:p>
            <a:pPr>
              <a:buFontTx/>
              <a:buChar char="-"/>
            </a:pPr>
            <a:r>
              <a:rPr lang="en-GB" sz="2600" dirty="0"/>
              <a:t>Created a short Version Control course</a:t>
            </a:r>
          </a:p>
          <a:p>
            <a:pPr lvl="1">
              <a:buFontTx/>
              <a:buChar char="-"/>
            </a:pPr>
            <a:r>
              <a:rPr lang="en-GB" sz="2600" dirty="0"/>
              <a:t>Developed by David McArthur, Andrew Elliott, Craig Alexander &amp; Vinny Davies. </a:t>
            </a:r>
          </a:p>
          <a:p>
            <a:pPr lvl="1">
              <a:buFontTx/>
              <a:buChar char="-"/>
            </a:pPr>
            <a:r>
              <a:rPr lang="en-GB" sz="2600" dirty="0"/>
              <a:t>Designed for use for UG/PG students, PG researchers &amp; staff. </a:t>
            </a:r>
          </a:p>
          <a:p>
            <a:pPr marL="533400" lvl="1" indent="0">
              <a:buNone/>
            </a:pPr>
            <a:endParaRPr lang="en-GB" sz="2600" dirty="0"/>
          </a:p>
          <a:p>
            <a:pPr>
              <a:buFontTx/>
              <a:buChar char="-"/>
            </a:pPr>
            <a:r>
              <a:rPr lang="en-GB" sz="2600" dirty="0"/>
              <a:t>Assessment strategies using Version Control</a:t>
            </a:r>
          </a:p>
          <a:p>
            <a:pPr lvl="1">
              <a:buFontTx/>
              <a:buChar char="-"/>
            </a:pPr>
            <a:r>
              <a:rPr lang="en-GB" sz="2600" dirty="0"/>
              <a:t>Promoting use within group-based assessments.</a:t>
            </a:r>
          </a:p>
          <a:p>
            <a:pPr lvl="1">
              <a:buFontTx/>
              <a:buChar char="-"/>
            </a:pPr>
            <a:r>
              <a:rPr lang="en-GB" sz="2600" dirty="0"/>
              <a:t>Incorporating unit testing in assessments (Andrew Elliott &amp; Jenn Gaskell)</a:t>
            </a:r>
          </a:p>
          <a:p>
            <a:pPr>
              <a:buFontTx/>
              <a:buChar char="-"/>
            </a:pPr>
            <a:r>
              <a:rPr lang="en-GB" sz="2600" dirty="0"/>
              <a:t>Good practice in course design with Version Control.</a:t>
            </a:r>
          </a:p>
          <a:p>
            <a:pPr marL="533400" lvl="1" indent="0">
              <a:buNone/>
            </a:pPr>
            <a:endParaRPr lang="en-GB" sz="2600" dirty="0"/>
          </a:p>
          <a:p>
            <a:pPr marL="533400" lvl="1" indent="0">
              <a:buNone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73997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638" y="1550522"/>
            <a:ext cx="10127939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Comprised of seven units building from basics to advanced concepts.</a:t>
            </a:r>
          </a:p>
          <a:p>
            <a:pPr>
              <a:buFontTx/>
              <a:buChar char="-"/>
            </a:pPr>
            <a:r>
              <a:rPr lang="en-GB" sz="2800" dirty="0"/>
              <a:t>Tailored exercises which can be used for stand-alone learning or as part of a course.</a:t>
            </a:r>
          </a:p>
          <a:p>
            <a:pPr>
              <a:buFontTx/>
              <a:buChar char="-"/>
            </a:pPr>
            <a:r>
              <a:rPr lang="en-GB" sz="2800" dirty="0"/>
              <a:t>Course notes use bespoke accessible features as discussed in Jack et al. (2023)*.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3BE9E-3B37-D5EC-C25D-D7A044DF3949}"/>
              </a:ext>
            </a:extLst>
          </p:cNvPr>
          <p:cNvSpPr txBox="1"/>
          <p:nvPr/>
        </p:nvSpPr>
        <p:spPr>
          <a:xfrm>
            <a:off x="444231" y="6211669"/>
            <a:ext cx="11303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*.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Jack, E., Alexander, C., McArthur, D. and Mair, C. (2023) Reflections on designing and delivering an online distance learning programme in the mathematical sciences. </a:t>
            </a:r>
            <a:r>
              <a:rPr lang="en-GB" sz="1200" i="1" dirty="0">
                <a:solidFill>
                  <a:srgbClr val="404040"/>
                </a:solidFill>
                <a:effectLst/>
              </a:rPr>
              <a:t>MSOR Connections</a:t>
            </a:r>
            <a:r>
              <a:rPr lang="en-GB" sz="1200" dirty="0">
                <a:solidFill>
                  <a:srgbClr val="404040"/>
                </a:solidFill>
              </a:rPr>
              <a:t>, 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21(2), pp. 25-33. (</a:t>
            </a:r>
            <a:r>
              <a:rPr lang="en-GB" sz="1200" i="0" dirty="0" err="1">
                <a:solidFill>
                  <a:srgbClr val="404040"/>
                </a:solidFill>
                <a:effectLst/>
              </a:rPr>
              <a:t>doi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: </a:t>
            </a:r>
            <a:r>
              <a:rPr lang="en-GB" sz="1200" i="0" strike="noStrike" dirty="0">
                <a:solidFill>
                  <a:srgbClr val="009DEC"/>
                </a:solidFill>
                <a:effectLst/>
                <a:hlinkClick r:id="rId2"/>
              </a:rPr>
              <a:t>10.21100/msor.v21i2.1397</a:t>
            </a:r>
            <a:r>
              <a:rPr lang="en-GB" sz="1200" i="0" dirty="0">
                <a:solidFill>
                  <a:srgbClr val="404040"/>
                </a:solidFill>
                <a:effectLst/>
              </a:rPr>
              <a:t>)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788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2"/>
            <a:ext cx="10820157" cy="4489873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When designing the course, several considerations had to be made. </a:t>
            </a:r>
          </a:p>
          <a:p>
            <a:pPr>
              <a:buFontTx/>
              <a:buChar char="-"/>
            </a:pPr>
            <a:r>
              <a:rPr lang="en-GB" sz="2800" dirty="0"/>
              <a:t>Abundance of online resources for using version control – aim to create a tailored course that is accessible to a variety of users. </a:t>
            </a:r>
          </a:p>
          <a:p>
            <a:pPr>
              <a:buFontTx/>
              <a:buChar char="-"/>
            </a:pPr>
            <a:r>
              <a:rPr lang="en-GB" sz="2800" dirty="0"/>
              <a:t>Different areas of expertise – need a course which covers multiple usage scenarios.</a:t>
            </a:r>
          </a:p>
          <a:p>
            <a:pPr lvl="1">
              <a:buFontTx/>
              <a:buChar char="-"/>
            </a:pPr>
            <a:r>
              <a:rPr lang="en-GB" sz="2800" dirty="0"/>
              <a:t> For example, UG students and PG researchers will have different levels of exposure to programming and project-based work – course content &amp; structure should reflect this.</a:t>
            </a:r>
          </a:p>
        </p:txBody>
      </p:sp>
    </p:spTree>
    <p:extLst>
      <p:ext uri="{BB962C8B-B14F-4D97-AF65-F5344CB8AC3E}">
        <p14:creationId xmlns:p14="http://schemas.microsoft.com/office/powerpoint/2010/main" val="137541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Example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20157" cy="1731664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/>
              <a:t>Learners will all have different desired outcomes in terms of what they would like to get out of the course.</a:t>
            </a:r>
          </a:p>
          <a:p>
            <a:pPr>
              <a:buFontTx/>
              <a:buChar char="-"/>
            </a:pPr>
            <a:r>
              <a:rPr lang="en-GB" sz="2800"/>
              <a:t>Course has been designed in structured units to meet the needs for each users' requirements.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4CF6C26-4BFB-A710-EA74-CBBBA77D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043" y="3543962"/>
            <a:ext cx="7085914" cy="318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Developing a Version Control Course – Course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3982" y="1800612"/>
            <a:ext cx="10564035" cy="4489873"/>
          </a:xfrm>
        </p:spPr>
        <p:txBody>
          <a:bodyPr/>
          <a:lstStyle/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1 – Up and Running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2 – Basic workflow for single user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3 – Consuming &amp; contributing to open-source projects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4 – Solid foundations for users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5 – Branching and branching strategies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6 – Using GitHub Flow in a team</a:t>
            </a:r>
          </a:p>
          <a:p>
            <a:pPr marL="342900" lvl="0" indent="-342900"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en-GB" sz="2800" kern="100" dirty="0">
                <a:effectLst/>
                <a:ea typeface="Calibri" panose="020F0502020204030204" pitchFamily="34" charset="0"/>
              </a:rPr>
              <a:t>Unit 7 – Foundations for advanced users</a:t>
            </a:r>
          </a:p>
          <a:p>
            <a:pPr>
              <a:buFontTx/>
              <a:buChar char="-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269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Command line vs. GitHub Desktop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7" y="1626723"/>
            <a:ext cx="10832514" cy="258693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Git commands can be carried out using command line operations or via a GUI such as GitHub Desktop.</a:t>
            </a:r>
          </a:p>
          <a:p>
            <a:pPr>
              <a:buFontTx/>
              <a:buChar char="-"/>
            </a:pPr>
            <a:r>
              <a:rPr lang="en-GB" sz="2800" dirty="0"/>
              <a:t>To cater to the different needs of users, the notes include examples for both command line and GitHub Desktop use.</a:t>
            </a:r>
          </a:p>
          <a:p>
            <a:pPr>
              <a:buFontTx/>
              <a:buChar char="-"/>
            </a:pPr>
            <a:r>
              <a:rPr lang="en-GB" sz="2800" dirty="0"/>
              <a:t>We have provided details on using either format for the full course, providing a “switcher” within the notes to allow users to choose their preference.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709B6-9CFF-C95C-28A1-D0B9C005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50980"/>
            <a:ext cx="7772400" cy="164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/>
              <a:t>Considerations – Visualising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5313162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To illustrate the concepts behind git and GitHub, we have included a graphical visualisation of a repository using </a:t>
            </a:r>
            <a:r>
              <a:rPr lang="en-GB" sz="2800" dirty="0" err="1"/>
              <a:t>gitgraph</a:t>
            </a:r>
            <a:r>
              <a:rPr lang="en-GB" sz="2800" dirty="0"/>
              <a:t>⁴.</a:t>
            </a:r>
          </a:p>
          <a:p>
            <a:pPr>
              <a:buFontTx/>
              <a:buChar char="-"/>
            </a:pPr>
            <a:r>
              <a:rPr lang="en-GB" sz="2800" dirty="0"/>
              <a:t>This allows us to give a graphical representation of a repository workflow and are particularly useful when discussing branching.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966EA-B331-DB07-8DBF-FB60F65C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55" y="1916626"/>
            <a:ext cx="5929745" cy="4041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87E8B6-1560-638E-4CCE-E19FADE5354C}"/>
              </a:ext>
            </a:extLst>
          </p:cNvPr>
          <p:cNvSpPr txBox="1"/>
          <p:nvPr/>
        </p:nvSpPr>
        <p:spPr>
          <a:xfrm>
            <a:off x="782838" y="6414655"/>
            <a:ext cx="3065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4. https://</a:t>
            </a:r>
            <a:r>
              <a:rPr lang="en-GB" sz="1200" dirty="0" err="1"/>
              <a:t>github.com</a:t>
            </a:r>
            <a:r>
              <a:rPr lang="en-GB" sz="1200" dirty="0"/>
              <a:t>/</a:t>
            </a:r>
            <a:r>
              <a:rPr lang="en-GB" sz="1200" dirty="0" err="1"/>
              <a:t>nicoespeon</a:t>
            </a:r>
            <a:r>
              <a:rPr lang="en-GB" sz="1200" dirty="0"/>
              <a:t>/</a:t>
            </a:r>
            <a:r>
              <a:rPr lang="en-GB" sz="1200" dirty="0" err="1"/>
              <a:t>gitgraph.js</a:t>
            </a:r>
            <a:r>
              <a:rPr lang="en-GB" sz="1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1847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Implementing Version Control in Courses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This academic year, the course has been shared as a resource to all staff and students, and implemented in the following courses:</a:t>
            </a:r>
          </a:p>
          <a:p>
            <a:pPr lvl="1">
              <a:buFontTx/>
              <a:buChar char="-"/>
            </a:pPr>
            <a:r>
              <a:rPr lang="en-GB" sz="2800" dirty="0"/>
              <a:t>Semester 2 MSc (on-campus) course on Data Analysis Skills</a:t>
            </a:r>
          </a:p>
          <a:p>
            <a:pPr lvl="1">
              <a:buFontTx/>
              <a:buChar char="-"/>
            </a:pPr>
            <a:r>
              <a:rPr lang="en-GB" sz="2800" dirty="0"/>
              <a:t>Semester 2 UG course on Data Analysis</a:t>
            </a:r>
          </a:p>
          <a:p>
            <a:pPr lvl="1">
              <a:buFontTx/>
              <a:buChar char="-"/>
            </a:pPr>
            <a:r>
              <a:rPr lang="en-GB" sz="2800" dirty="0"/>
              <a:t>Online Distance Learning (ODL) MSc final project students/ Python programming course</a:t>
            </a:r>
          </a:p>
          <a:p>
            <a:pPr lvl="1">
              <a:buFontTx/>
              <a:buChar char="-"/>
            </a:pPr>
            <a:r>
              <a:rPr lang="en-GB" sz="2800" dirty="0"/>
              <a:t>PGR – Training course</a:t>
            </a:r>
          </a:p>
          <a:p>
            <a:pPr marL="533400" lvl="1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8779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Feedback on Version Control Course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Early feedback on the course has been positive, though there are some differences of opinion between the learning cohorts:</a:t>
            </a:r>
          </a:p>
          <a:p>
            <a:pPr lvl="1">
              <a:buFontTx/>
              <a:buChar char="-"/>
            </a:pPr>
            <a:r>
              <a:rPr lang="en-GB" sz="2800" dirty="0"/>
              <a:t>Students primarily focus on the first 5 units. They would like more examples and video tutorials included in the materials. </a:t>
            </a:r>
          </a:p>
          <a:p>
            <a:pPr marL="533400" lvl="1" indent="0">
              <a:buNone/>
            </a:pPr>
            <a:endParaRPr lang="en-GB" sz="2800" dirty="0"/>
          </a:p>
          <a:p>
            <a:pPr lvl="1">
              <a:buFontTx/>
              <a:buChar char="-"/>
            </a:pPr>
            <a:r>
              <a:rPr lang="en-GB" sz="2800" dirty="0"/>
              <a:t>PhD students and staff focussed on all units. They found the materials easier to follow than taught students and have a generally positive view of version control.</a:t>
            </a:r>
          </a:p>
          <a:p>
            <a:pPr lvl="1">
              <a:buFontTx/>
              <a:buChar char="-"/>
            </a:pPr>
            <a:endParaRPr lang="en-GB" sz="2800" dirty="0"/>
          </a:p>
          <a:p>
            <a:pPr>
              <a:buFontTx/>
              <a:buChar char="-"/>
            </a:pPr>
            <a:r>
              <a:rPr lang="en-GB" sz="2800" dirty="0"/>
              <a:t>Taught students did highlight the importance of knowing version control from a career perspective, but highlighted they would like more exposure to version control across the programme. </a:t>
            </a:r>
          </a:p>
        </p:txBody>
      </p:sp>
    </p:spTree>
    <p:extLst>
      <p:ext uri="{BB962C8B-B14F-4D97-AF65-F5344CB8AC3E}">
        <p14:creationId xmlns:p14="http://schemas.microsoft.com/office/powerpoint/2010/main" val="153993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Using Version Control in Assessment – Case Study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Semester 2 MSc Data Analysis Skills course – focus on graduate attributes for careers in statistics and data science. </a:t>
            </a:r>
          </a:p>
          <a:p>
            <a:pPr>
              <a:buFontTx/>
              <a:buChar char="-"/>
            </a:pPr>
            <a:r>
              <a:rPr lang="en-GB" sz="2800" dirty="0"/>
              <a:t>Version control covered for 2 weeks of the course, covering 4 units of course</a:t>
            </a:r>
          </a:p>
          <a:p>
            <a:pPr>
              <a:buFontTx/>
              <a:buChar char="-"/>
            </a:pPr>
            <a:r>
              <a:rPr lang="en-GB" sz="2800" dirty="0"/>
              <a:t>Group project using version control for data analysis</a:t>
            </a:r>
          </a:p>
          <a:p>
            <a:pPr lvl="1">
              <a:buFontTx/>
              <a:buChar char="-"/>
            </a:pPr>
            <a:r>
              <a:rPr lang="en-GB" sz="2800" dirty="0"/>
              <a:t>Groups create repository for analysis in R</a:t>
            </a:r>
          </a:p>
          <a:p>
            <a:pPr lvl="1">
              <a:buFontTx/>
              <a:buChar char="-"/>
            </a:pPr>
            <a:r>
              <a:rPr lang="en-GB" sz="2800" dirty="0"/>
              <a:t>Promoting working in a collaborative environment</a:t>
            </a:r>
          </a:p>
          <a:p>
            <a:pPr lvl="1">
              <a:buFontTx/>
              <a:buChar char="-"/>
            </a:pPr>
            <a:r>
              <a:rPr lang="en-GB" sz="2800" dirty="0"/>
              <a:t>Assessment focus on general good practice, successful use of pull requests and code review.</a:t>
            </a:r>
          </a:p>
        </p:txBody>
      </p:sp>
    </p:spTree>
    <p:extLst>
      <p:ext uri="{BB962C8B-B14F-4D97-AF65-F5344CB8AC3E}">
        <p14:creationId xmlns:p14="http://schemas.microsoft.com/office/powerpoint/2010/main" val="307395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EA03-2C81-472E-8BE8-15578A4B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Using Version Control in Assessment – Case Study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0D8A9-ED04-4EA0-B35C-55F26289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58" y="1626723"/>
            <a:ext cx="11604093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Online distance learning course on Python programming (delivered by Andrew Elliott &amp; Jenn Gaskell)</a:t>
            </a:r>
          </a:p>
          <a:p>
            <a:pPr>
              <a:buFontTx/>
              <a:buChar char="-"/>
            </a:pPr>
            <a:r>
              <a:rPr lang="en-GB" sz="2800" dirty="0"/>
              <a:t>Multi-stage synoptic project, utilising GitHub to upload code to streamline marking process.</a:t>
            </a:r>
          </a:p>
          <a:p>
            <a:pPr>
              <a:buFontTx/>
              <a:buChar char="-"/>
            </a:pPr>
            <a:r>
              <a:rPr lang="en-GB" sz="2800" dirty="0"/>
              <a:t>Peer coding review of students' submissions using repository features for commenting. </a:t>
            </a:r>
          </a:p>
          <a:p>
            <a:pPr>
              <a:buFontTx/>
              <a:buChar char="-"/>
            </a:pPr>
            <a:r>
              <a:rPr lang="en-GB" sz="2800" dirty="0"/>
              <a:t>Incorporation of unit testing for automated marking (with mixed results!)</a:t>
            </a:r>
          </a:p>
        </p:txBody>
      </p:sp>
      <p:pic>
        <p:nvPicPr>
          <p:cNvPr id="13314" name="Picture 2" descr="GitHub Classroom">
            <a:extLst>
              <a:ext uri="{FF2B5EF4-FFF2-40B4-BE49-F238E27FC236}">
                <a16:creationId xmlns:a16="http://schemas.microsoft.com/office/drawing/2014/main" id="{0C739E7D-D35D-953A-AA6D-3D58FE60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463" y="5305647"/>
            <a:ext cx="2371421" cy="124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00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39B6-1540-E553-4011-746A3DF7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9958-C140-589C-D0C6-DF870A8C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16" y="567515"/>
            <a:ext cx="8603673" cy="660550"/>
          </a:xfrm>
        </p:spPr>
        <p:txBody>
          <a:bodyPr/>
          <a:lstStyle/>
          <a:p>
            <a:r>
              <a:rPr lang="en-GB" sz="3200" dirty="0"/>
              <a:t>Good Practice in Course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790D-B4C4-CD69-BD48-5B3BD9EBF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38" y="1626723"/>
            <a:ext cx="10770730" cy="4663762"/>
          </a:xfrm>
        </p:spPr>
        <p:txBody>
          <a:bodyPr/>
          <a:lstStyle/>
          <a:p>
            <a:pPr>
              <a:buFontTx/>
              <a:buChar char="-"/>
            </a:pPr>
            <a:r>
              <a:rPr lang="en-GB" sz="2800" dirty="0"/>
              <a:t>Through our degree programmes, we utilise version control use in several ways:</a:t>
            </a:r>
          </a:p>
          <a:p>
            <a:pPr lvl="1">
              <a:buFontTx/>
              <a:buChar char="-"/>
            </a:pPr>
            <a:r>
              <a:rPr lang="en-GB" sz="2800" dirty="0"/>
              <a:t>Using GitHub pages for hosting lab materials in L1/L2 statistics.</a:t>
            </a:r>
          </a:p>
          <a:p>
            <a:pPr lvl="1">
              <a:buFontTx/>
              <a:buChar char="-"/>
            </a:pPr>
            <a:r>
              <a:rPr lang="en-GB" sz="2800" dirty="0"/>
              <a:t>Sharing of course materials across programmes using organisations in GitHub</a:t>
            </a:r>
          </a:p>
          <a:p>
            <a:pPr lvl="1">
              <a:buFontTx/>
              <a:buChar char="-"/>
            </a:pPr>
            <a:r>
              <a:rPr lang="en-GB" sz="2800" dirty="0"/>
              <a:t>Accessible notes – our notes tool is stored and maintained on GitHub and works well with course materials within repositories. </a:t>
            </a:r>
          </a:p>
        </p:txBody>
      </p:sp>
    </p:spTree>
    <p:extLst>
      <p:ext uri="{BB962C8B-B14F-4D97-AF65-F5344CB8AC3E}">
        <p14:creationId xmlns:p14="http://schemas.microsoft.com/office/powerpoint/2010/main" val="421071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University at sunset">
            <a:extLst>
              <a:ext uri="{FF2B5EF4-FFF2-40B4-BE49-F238E27FC236}">
                <a16:creationId xmlns:a16="http://schemas.microsoft.com/office/drawing/2014/main" id="{778F38A2-01CF-7145-BA22-B7FAA6519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D2E6-CE5E-9344-8A5F-03E8D2B1A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0453A2-AEE0-5240-8453-87A32EE76A19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DFC026-C260-A146-90D3-068313FC637F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10452A7-409E-2B4B-BDEB-4830E7E43CE4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19679AC-163D-0141-A7B2-1701C1A60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3BD8E9D-7401-184D-B897-73F772A32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CB68A71-5BDD-A040-A021-252AE28C2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C03AA1-5E47-2841-A2C0-74489FA31D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1619961"/>
            <a:ext cx="8969266" cy="703263"/>
          </a:xfrm>
        </p:spPr>
        <p:txBody>
          <a:bodyPr>
            <a:no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</a:rPr>
              <a:t>Thank you for listening!</a:t>
            </a:r>
            <a:br>
              <a:rPr lang="en-GB" sz="2400" dirty="0">
                <a:solidFill>
                  <a:schemeClr val="bg1"/>
                </a:solidFill>
              </a:rPr>
            </a:b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If you have any questions, feel free to contact me at: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Craig.Alexander.2@Glasgow.ac.uk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1034</Words>
  <Application>Microsoft Macintosh PowerPoint</Application>
  <PresentationFormat>Widescreen</PresentationFormat>
  <Paragraphs>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Integrating Version Control into the statistics curriculum</vt:lpstr>
      <vt:lpstr>Introduction - Why Version Control in statistics education?</vt:lpstr>
      <vt:lpstr>Incorporating Version Control into Teaching Practice</vt:lpstr>
      <vt:lpstr>Developing a Version Control Course – Case Study</vt:lpstr>
      <vt:lpstr>Developing a version control course – Considerations</vt:lpstr>
      <vt:lpstr>Considerations – Example Structure</vt:lpstr>
      <vt:lpstr>Developing a Version Control Course – Course Structure</vt:lpstr>
      <vt:lpstr>Considerations – Command line vs. GitHub Desktop</vt:lpstr>
      <vt:lpstr>Considerations – Visualising Branches</vt:lpstr>
      <vt:lpstr>Implementing Version Control in Courses</vt:lpstr>
      <vt:lpstr>Feedback on Version Control Course</vt:lpstr>
      <vt:lpstr>Using Version Control in Assessment – Case Study 1</vt:lpstr>
      <vt:lpstr>Using Version Control in Assessment – Case Study 2</vt:lpstr>
      <vt:lpstr>Good Practice in Course Design</vt:lpstr>
      <vt:lpstr>Thank you for listening!  If you have any questions, feel free to contact me at: Craig.Alexander.2@Glasgow.ac.uk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Craig Alexander</cp:lastModifiedBy>
  <cp:revision>1</cp:revision>
  <dcterms:created xsi:type="dcterms:W3CDTF">2021-01-06T14:22:07Z</dcterms:created>
  <dcterms:modified xsi:type="dcterms:W3CDTF">2025-10-06T08:23:01Z</dcterms:modified>
</cp:coreProperties>
</file>