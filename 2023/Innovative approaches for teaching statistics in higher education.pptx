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76" r:id="rId3"/>
    <p:sldId id="280" r:id="rId4"/>
    <p:sldId id="281" r:id="rId5"/>
    <p:sldId id="290" r:id="rId6"/>
    <p:sldId id="285" r:id="rId7"/>
    <p:sldId id="284" r:id="rId8"/>
    <p:sldId id="286" r:id="rId9"/>
    <p:sldId id="273" r:id="rId10"/>
    <p:sldId id="291" r:id="rId11"/>
    <p:sldId id="483" r:id="rId12"/>
    <p:sldId id="749" r:id="rId13"/>
    <p:sldId id="287" r:id="rId14"/>
    <p:sldId id="288" r:id="rId15"/>
    <p:sldId id="289" r:id="rId16"/>
    <p:sldId id="279" r:id="rId17"/>
    <p:sldId id="283"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E28692-7937-834B-B8E8-418503A9E268}" v="1094" dt="2023-05-31T11:49:06.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ig Alexander" userId="cbab3422-1701-47c9-a4f0-14c0d221c31a" providerId="ADAL" clId="{F6E28692-7937-834B-B8E8-418503A9E268}"/>
    <pc:docChg chg="custSel addSld delSld modSld">
      <pc:chgData name="Craig Alexander" userId="cbab3422-1701-47c9-a4f0-14c0d221c31a" providerId="ADAL" clId="{F6E28692-7937-834B-B8E8-418503A9E268}" dt="2023-05-31T11:49:06.906" v="6770" actId="313"/>
      <pc:docMkLst>
        <pc:docMk/>
      </pc:docMkLst>
      <pc:sldChg chg="modSp mod">
        <pc:chgData name="Craig Alexander" userId="cbab3422-1701-47c9-a4f0-14c0d221c31a" providerId="ADAL" clId="{F6E28692-7937-834B-B8E8-418503A9E268}" dt="2023-05-30T19:53:49.121" v="126" actId="20577"/>
        <pc:sldMkLst>
          <pc:docMk/>
          <pc:sldMk cId="1376347763" sldId="256"/>
        </pc:sldMkLst>
        <pc:spChg chg="mod">
          <ac:chgData name="Craig Alexander" userId="cbab3422-1701-47c9-a4f0-14c0d221c31a" providerId="ADAL" clId="{F6E28692-7937-834B-B8E8-418503A9E268}" dt="2023-05-30T19:53:35.816" v="73" actId="1076"/>
          <ac:spMkLst>
            <pc:docMk/>
            <pc:sldMk cId="1376347763" sldId="256"/>
            <ac:spMk id="2" creationId="{BD299FAD-1A58-5F0A-6277-6447C13CBAF2}"/>
          </ac:spMkLst>
        </pc:spChg>
        <pc:spChg chg="mod">
          <ac:chgData name="Craig Alexander" userId="cbab3422-1701-47c9-a4f0-14c0d221c31a" providerId="ADAL" clId="{F6E28692-7937-834B-B8E8-418503A9E268}" dt="2023-05-30T19:53:49.121" v="126" actId="20577"/>
          <ac:spMkLst>
            <pc:docMk/>
            <pc:sldMk cId="1376347763" sldId="256"/>
            <ac:spMk id="3" creationId="{74A105FD-3906-1289-E2AF-5AA37F254EAD}"/>
          </ac:spMkLst>
        </pc:spChg>
      </pc:sldChg>
      <pc:sldChg chg="delSp modSp del mod">
        <pc:chgData name="Craig Alexander" userId="cbab3422-1701-47c9-a4f0-14c0d221c31a" providerId="ADAL" clId="{F6E28692-7937-834B-B8E8-418503A9E268}" dt="2023-05-31T08:09:06.043" v="2277" actId="2696"/>
        <pc:sldMkLst>
          <pc:docMk/>
          <pc:sldMk cId="2280224747" sldId="258"/>
        </pc:sldMkLst>
        <pc:spChg chg="mod">
          <ac:chgData name="Craig Alexander" userId="cbab3422-1701-47c9-a4f0-14c0d221c31a" providerId="ADAL" clId="{F6E28692-7937-834B-B8E8-418503A9E268}" dt="2023-05-30T20:01:15.708" v="296" actId="20577"/>
          <ac:spMkLst>
            <pc:docMk/>
            <pc:sldMk cId="2280224747" sldId="258"/>
            <ac:spMk id="2" creationId="{BCA8094D-4EC2-0EB7-CB3E-56B419F6988F}"/>
          </ac:spMkLst>
        </pc:spChg>
        <pc:spChg chg="mod">
          <ac:chgData name="Craig Alexander" userId="cbab3422-1701-47c9-a4f0-14c0d221c31a" providerId="ADAL" clId="{F6E28692-7937-834B-B8E8-418503A9E268}" dt="2023-05-30T20:01:22.093" v="299" actId="27636"/>
          <ac:spMkLst>
            <pc:docMk/>
            <pc:sldMk cId="2280224747" sldId="258"/>
            <ac:spMk id="3" creationId="{3AE8A93E-27F4-1742-6C8B-E4C47806C278}"/>
          </ac:spMkLst>
        </pc:spChg>
        <pc:spChg chg="del">
          <ac:chgData name="Craig Alexander" userId="cbab3422-1701-47c9-a4f0-14c0d221c31a" providerId="ADAL" clId="{F6E28692-7937-834B-B8E8-418503A9E268}" dt="2023-05-30T20:01:18.452" v="297" actId="478"/>
          <ac:spMkLst>
            <pc:docMk/>
            <pc:sldMk cId="2280224747" sldId="258"/>
            <ac:spMk id="4" creationId="{97183473-D69F-F802-96A1-DC01679EA74E}"/>
          </ac:spMkLst>
        </pc:spChg>
      </pc:sldChg>
      <pc:sldChg chg="delSp modSp del mod">
        <pc:chgData name="Craig Alexander" userId="cbab3422-1701-47c9-a4f0-14c0d221c31a" providerId="ADAL" clId="{F6E28692-7937-834B-B8E8-418503A9E268}" dt="2023-05-31T08:14:40.204" v="2693" actId="2696"/>
        <pc:sldMkLst>
          <pc:docMk/>
          <pc:sldMk cId="2460738954" sldId="260"/>
        </pc:sldMkLst>
        <pc:spChg chg="mod">
          <ac:chgData name="Craig Alexander" userId="cbab3422-1701-47c9-a4f0-14c0d221c31a" providerId="ADAL" clId="{F6E28692-7937-834B-B8E8-418503A9E268}" dt="2023-05-31T08:14:23.651" v="2690" actId="20577"/>
          <ac:spMkLst>
            <pc:docMk/>
            <pc:sldMk cId="2460738954" sldId="260"/>
            <ac:spMk id="2" creationId="{061CEF82-15CF-18AD-7C18-F53B5FA04B8A}"/>
          </ac:spMkLst>
        </pc:spChg>
        <pc:spChg chg="mod">
          <ac:chgData name="Craig Alexander" userId="cbab3422-1701-47c9-a4f0-14c0d221c31a" providerId="ADAL" clId="{F6E28692-7937-834B-B8E8-418503A9E268}" dt="2023-05-31T08:14:26.746" v="2692" actId="27636"/>
          <ac:spMkLst>
            <pc:docMk/>
            <pc:sldMk cId="2460738954" sldId="260"/>
            <ac:spMk id="3" creationId="{411EE78E-119B-A48D-F55D-BF66A2494C54}"/>
          </ac:spMkLst>
        </pc:spChg>
        <pc:spChg chg="del">
          <ac:chgData name="Craig Alexander" userId="cbab3422-1701-47c9-a4f0-14c0d221c31a" providerId="ADAL" clId="{F6E28692-7937-834B-B8E8-418503A9E268}" dt="2023-05-31T08:09:10.008" v="2278" actId="478"/>
          <ac:spMkLst>
            <pc:docMk/>
            <pc:sldMk cId="2460738954" sldId="260"/>
            <ac:spMk id="4" creationId="{DD3C531A-6006-96C3-7379-DE896677016C}"/>
          </ac:spMkLst>
        </pc:spChg>
      </pc:sldChg>
      <pc:sldChg chg="del">
        <pc:chgData name="Craig Alexander" userId="cbab3422-1701-47c9-a4f0-14c0d221c31a" providerId="ADAL" clId="{F6E28692-7937-834B-B8E8-418503A9E268}" dt="2023-05-30T20:01:33.926" v="300" actId="2696"/>
        <pc:sldMkLst>
          <pc:docMk/>
          <pc:sldMk cId="1053634146" sldId="261"/>
        </pc:sldMkLst>
      </pc:sldChg>
      <pc:sldChg chg="del">
        <pc:chgData name="Craig Alexander" userId="cbab3422-1701-47c9-a4f0-14c0d221c31a" providerId="ADAL" clId="{F6E28692-7937-834B-B8E8-418503A9E268}" dt="2023-05-30T20:01:39.750" v="301" actId="2696"/>
        <pc:sldMkLst>
          <pc:docMk/>
          <pc:sldMk cId="2768814353" sldId="263"/>
        </pc:sldMkLst>
      </pc:sldChg>
      <pc:sldChg chg="del">
        <pc:chgData name="Craig Alexander" userId="cbab3422-1701-47c9-a4f0-14c0d221c31a" providerId="ADAL" clId="{F6E28692-7937-834B-B8E8-418503A9E268}" dt="2023-05-30T20:01:41.941" v="302" actId="2696"/>
        <pc:sldMkLst>
          <pc:docMk/>
          <pc:sldMk cId="3288161075" sldId="264"/>
        </pc:sldMkLst>
      </pc:sldChg>
      <pc:sldChg chg="del">
        <pc:chgData name="Craig Alexander" userId="cbab3422-1701-47c9-a4f0-14c0d221c31a" providerId="ADAL" clId="{F6E28692-7937-834B-B8E8-418503A9E268}" dt="2023-05-30T20:01:43.781" v="303" actId="2696"/>
        <pc:sldMkLst>
          <pc:docMk/>
          <pc:sldMk cId="2489893082" sldId="265"/>
        </pc:sldMkLst>
      </pc:sldChg>
      <pc:sldChg chg="add del">
        <pc:chgData name="Craig Alexander" userId="cbab3422-1701-47c9-a4f0-14c0d221c31a" providerId="ADAL" clId="{F6E28692-7937-834B-B8E8-418503A9E268}" dt="2023-05-31T08:34:57.549" v="4431" actId="2696"/>
        <pc:sldMkLst>
          <pc:docMk/>
          <pc:sldMk cId="939873254" sldId="267"/>
        </pc:sldMkLst>
      </pc:sldChg>
      <pc:sldChg chg="del">
        <pc:chgData name="Craig Alexander" userId="cbab3422-1701-47c9-a4f0-14c0d221c31a" providerId="ADAL" clId="{F6E28692-7937-834B-B8E8-418503A9E268}" dt="2023-05-30T20:01:46.753" v="306" actId="2696"/>
        <pc:sldMkLst>
          <pc:docMk/>
          <pc:sldMk cId="2879356640" sldId="269"/>
        </pc:sldMkLst>
      </pc:sldChg>
      <pc:sldChg chg="del">
        <pc:chgData name="Craig Alexander" userId="cbab3422-1701-47c9-a4f0-14c0d221c31a" providerId="ADAL" clId="{F6E28692-7937-834B-B8E8-418503A9E268}" dt="2023-05-30T20:01:47.916" v="308" actId="2696"/>
        <pc:sldMkLst>
          <pc:docMk/>
          <pc:sldMk cId="257101642" sldId="270"/>
        </pc:sldMkLst>
      </pc:sldChg>
      <pc:sldChg chg="del">
        <pc:chgData name="Craig Alexander" userId="cbab3422-1701-47c9-a4f0-14c0d221c31a" providerId="ADAL" clId="{F6E28692-7937-834B-B8E8-418503A9E268}" dt="2023-05-30T20:01:56.370" v="309" actId="2696"/>
        <pc:sldMkLst>
          <pc:docMk/>
          <pc:sldMk cId="2505971960" sldId="271"/>
        </pc:sldMkLst>
      </pc:sldChg>
      <pc:sldChg chg="delSp modSp mod">
        <pc:chgData name="Craig Alexander" userId="cbab3422-1701-47c9-a4f0-14c0d221c31a" providerId="ADAL" clId="{F6E28692-7937-834B-B8E8-418503A9E268}" dt="2023-05-31T11:45:00.759" v="6767" actId="33524"/>
        <pc:sldMkLst>
          <pc:docMk/>
          <pc:sldMk cId="2757844503" sldId="273"/>
        </pc:sldMkLst>
        <pc:spChg chg="mod">
          <ac:chgData name="Craig Alexander" userId="cbab3422-1701-47c9-a4f0-14c0d221c31a" providerId="ADAL" clId="{F6E28692-7937-834B-B8E8-418503A9E268}" dt="2023-05-31T08:14:48.341" v="2721" actId="20577"/>
          <ac:spMkLst>
            <pc:docMk/>
            <pc:sldMk cId="2757844503" sldId="273"/>
            <ac:spMk id="2" creationId="{2344D414-281A-04DB-3747-5D2DE781FB80}"/>
          </ac:spMkLst>
        </pc:spChg>
        <pc:spChg chg="mod">
          <ac:chgData name="Craig Alexander" userId="cbab3422-1701-47c9-a4f0-14c0d221c31a" providerId="ADAL" clId="{F6E28692-7937-834B-B8E8-418503A9E268}" dt="2023-05-31T11:45:00.759" v="6767" actId="33524"/>
          <ac:spMkLst>
            <pc:docMk/>
            <pc:sldMk cId="2757844503" sldId="273"/>
            <ac:spMk id="3" creationId="{DBD0EAD6-A310-9417-839D-1C7F822CD659}"/>
          </ac:spMkLst>
        </pc:spChg>
        <pc:spChg chg="del">
          <ac:chgData name="Craig Alexander" userId="cbab3422-1701-47c9-a4f0-14c0d221c31a" providerId="ADAL" clId="{F6E28692-7937-834B-B8E8-418503A9E268}" dt="2023-05-30T20:04:01.144" v="416" actId="478"/>
          <ac:spMkLst>
            <pc:docMk/>
            <pc:sldMk cId="2757844503" sldId="273"/>
            <ac:spMk id="4" creationId="{631AB4AA-C376-E580-5F8B-7012941BAF75}"/>
          </ac:spMkLst>
        </pc:spChg>
      </pc:sldChg>
      <pc:sldChg chg="modSp mod">
        <pc:chgData name="Craig Alexander" userId="cbab3422-1701-47c9-a4f0-14c0d221c31a" providerId="ADAL" clId="{F6E28692-7937-834B-B8E8-418503A9E268}" dt="2023-05-30T20:03:38.894" v="381" actId="20577"/>
        <pc:sldMkLst>
          <pc:docMk/>
          <pc:sldMk cId="2932663827" sldId="275"/>
        </pc:sldMkLst>
        <pc:spChg chg="mod">
          <ac:chgData name="Craig Alexander" userId="cbab3422-1701-47c9-a4f0-14c0d221c31a" providerId="ADAL" clId="{F6E28692-7937-834B-B8E8-418503A9E268}" dt="2023-05-30T20:03:35.441" v="378" actId="20577"/>
          <ac:spMkLst>
            <pc:docMk/>
            <pc:sldMk cId="2932663827" sldId="275"/>
            <ac:spMk id="2" creationId="{BD299FAD-1A58-5F0A-6277-6447C13CBAF2}"/>
          </ac:spMkLst>
        </pc:spChg>
        <pc:spChg chg="mod">
          <ac:chgData name="Craig Alexander" userId="cbab3422-1701-47c9-a4f0-14c0d221c31a" providerId="ADAL" clId="{F6E28692-7937-834B-B8E8-418503A9E268}" dt="2023-05-30T20:03:38.894" v="381" actId="20577"/>
          <ac:spMkLst>
            <pc:docMk/>
            <pc:sldMk cId="2932663827" sldId="275"/>
            <ac:spMk id="3" creationId="{74A105FD-3906-1289-E2AF-5AA37F254EAD}"/>
          </ac:spMkLst>
        </pc:spChg>
      </pc:sldChg>
      <pc:sldChg chg="delSp modSp mod">
        <pc:chgData name="Craig Alexander" userId="cbab3422-1701-47c9-a4f0-14c0d221c31a" providerId="ADAL" clId="{F6E28692-7937-834B-B8E8-418503A9E268}" dt="2023-05-31T07:48:59.052" v="888" actId="1076"/>
        <pc:sldMkLst>
          <pc:docMk/>
          <pc:sldMk cId="3387424729" sldId="276"/>
        </pc:sldMkLst>
        <pc:spChg chg="mod">
          <ac:chgData name="Craig Alexander" userId="cbab3422-1701-47c9-a4f0-14c0d221c31a" providerId="ADAL" clId="{F6E28692-7937-834B-B8E8-418503A9E268}" dt="2023-05-30T19:53:55.791" v="128" actId="20577"/>
          <ac:spMkLst>
            <pc:docMk/>
            <pc:sldMk cId="3387424729" sldId="276"/>
            <ac:spMk id="2" creationId="{8889720F-5872-DEAC-061D-107827C66916}"/>
          </ac:spMkLst>
        </pc:spChg>
        <pc:spChg chg="mod">
          <ac:chgData name="Craig Alexander" userId="cbab3422-1701-47c9-a4f0-14c0d221c31a" providerId="ADAL" clId="{F6E28692-7937-834B-B8E8-418503A9E268}" dt="2023-05-31T07:48:59.052" v="888" actId="1076"/>
          <ac:spMkLst>
            <pc:docMk/>
            <pc:sldMk cId="3387424729" sldId="276"/>
            <ac:spMk id="3" creationId="{94744171-025C-D8A2-CAA6-08F9E5E619ED}"/>
          </ac:spMkLst>
        </pc:spChg>
        <pc:spChg chg="del">
          <ac:chgData name="Craig Alexander" userId="cbab3422-1701-47c9-a4f0-14c0d221c31a" providerId="ADAL" clId="{F6E28692-7937-834B-B8E8-418503A9E268}" dt="2023-05-30T19:59:59.333" v="130" actId="478"/>
          <ac:spMkLst>
            <pc:docMk/>
            <pc:sldMk cId="3387424729" sldId="276"/>
            <ac:spMk id="4" creationId="{3EFEA65D-6BB2-516C-8175-6A58B4A90505}"/>
          </ac:spMkLst>
        </pc:spChg>
      </pc:sldChg>
      <pc:sldChg chg="del">
        <pc:chgData name="Craig Alexander" userId="cbab3422-1701-47c9-a4f0-14c0d221c31a" providerId="ADAL" clId="{F6E28692-7937-834B-B8E8-418503A9E268}" dt="2023-05-30T20:01:47.363" v="307" actId="2696"/>
        <pc:sldMkLst>
          <pc:docMk/>
          <pc:sldMk cId="1454477504" sldId="277"/>
        </pc:sldMkLst>
      </pc:sldChg>
      <pc:sldChg chg="del">
        <pc:chgData name="Craig Alexander" userId="cbab3422-1701-47c9-a4f0-14c0d221c31a" providerId="ADAL" clId="{F6E28692-7937-834B-B8E8-418503A9E268}" dt="2023-05-30T20:01:44.698" v="304" actId="2696"/>
        <pc:sldMkLst>
          <pc:docMk/>
          <pc:sldMk cId="3968235632" sldId="278"/>
        </pc:sldMkLst>
      </pc:sldChg>
      <pc:sldChg chg="del">
        <pc:chgData name="Craig Alexander" userId="cbab3422-1701-47c9-a4f0-14c0d221c31a" providerId="ADAL" clId="{F6E28692-7937-834B-B8E8-418503A9E268}" dt="2023-05-30T20:02:04.258" v="331" actId="2696"/>
        <pc:sldMkLst>
          <pc:docMk/>
          <pc:sldMk cId="1572578675" sldId="279"/>
        </pc:sldMkLst>
      </pc:sldChg>
      <pc:sldChg chg="modSp add mod">
        <pc:chgData name="Craig Alexander" userId="cbab3422-1701-47c9-a4f0-14c0d221c31a" providerId="ADAL" clId="{F6E28692-7937-834B-B8E8-418503A9E268}" dt="2023-05-31T11:35:00.772" v="6759" actId="20577"/>
        <pc:sldMkLst>
          <pc:docMk/>
          <pc:sldMk cId="2814110877" sldId="279"/>
        </pc:sldMkLst>
        <pc:spChg chg="mod">
          <ac:chgData name="Craig Alexander" userId="cbab3422-1701-47c9-a4f0-14c0d221c31a" providerId="ADAL" clId="{F6E28692-7937-834B-B8E8-418503A9E268}" dt="2023-05-31T11:35:00.772" v="6759" actId="20577"/>
          <ac:spMkLst>
            <pc:docMk/>
            <pc:sldMk cId="2814110877" sldId="279"/>
            <ac:spMk id="2" creationId="{53776E55-3638-0729-0197-38540D259C75}"/>
          </ac:spMkLst>
        </pc:spChg>
        <pc:spChg chg="mod">
          <ac:chgData name="Craig Alexander" userId="cbab3422-1701-47c9-a4f0-14c0d221c31a" providerId="ADAL" clId="{F6E28692-7937-834B-B8E8-418503A9E268}" dt="2023-05-31T08:36:59.869" v="4762" actId="20577"/>
          <ac:spMkLst>
            <pc:docMk/>
            <pc:sldMk cId="2814110877" sldId="279"/>
            <ac:spMk id="3" creationId="{49BAE94C-A2D3-436A-AEA6-9FC6D09D8D3D}"/>
          </ac:spMkLst>
        </pc:spChg>
      </pc:sldChg>
      <pc:sldChg chg="delSp modSp add mod">
        <pc:chgData name="Craig Alexander" userId="cbab3422-1701-47c9-a4f0-14c0d221c31a" providerId="ADAL" clId="{F6E28692-7937-834B-B8E8-418503A9E268}" dt="2023-05-31T11:40:32.210" v="6760" actId="33524"/>
        <pc:sldMkLst>
          <pc:docMk/>
          <pc:sldMk cId="2827359587" sldId="280"/>
        </pc:sldMkLst>
        <pc:spChg chg="mod">
          <ac:chgData name="Craig Alexander" userId="cbab3422-1701-47c9-a4f0-14c0d221c31a" providerId="ADAL" clId="{F6E28692-7937-834B-B8E8-418503A9E268}" dt="2023-05-31T11:40:32.210" v="6760" actId="33524"/>
          <ac:spMkLst>
            <pc:docMk/>
            <pc:sldMk cId="2827359587" sldId="280"/>
            <ac:spMk id="3" creationId="{94744171-025C-D8A2-CAA6-08F9E5E619ED}"/>
          </ac:spMkLst>
        </pc:spChg>
        <pc:spChg chg="del">
          <ac:chgData name="Craig Alexander" userId="cbab3422-1701-47c9-a4f0-14c0d221c31a" providerId="ADAL" clId="{F6E28692-7937-834B-B8E8-418503A9E268}" dt="2023-05-30T20:00:23.895" v="182" actId="478"/>
          <ac:spMkLst>
            <pc:docMk/>
            <pc:sldMk cId="2827359587" sldId="280"/>
            <ac:spMk id="4" creationId="{3EFEA65D-6BB2-516C-8175-6A58B4A90505}"/>
          </ac:spMkLst>
        </pc:spChg>
      </pc:sldChg>
      <pc:sldChg chg="delSp modSp add mod">
        <pc:chgData name="Craig Alexander" userId="cbab3422-1701-47c9-a4f0-14c0d221c31a" providerId="ADAL" clId="{F6E28692-7937-834B-B8E8-418503A9E268}" dt="2023-05-31T11:42:07.906" v="6763" actId="20577"/>
        <pc:sldMkLst>
          <pc:docMk/>
          <pc:sldMk cId="639321767" sldId="281"/>
        </pc:sldMkLst>
        <pc:spChg chg="mod">
          <ac:chgData name="Craig Alexander" userId="cbab3422-1701-47c9-a4f0-14c0d221c31a" providerId="ADAL" clId="{F6E28692-7937-834B-B8E8-418503A9E268}" dt="2023-05-31T07:53:30.740" v="1236" actId="20577"/>
          <ac:spMkLst>
            <pc:docMk/>
            <pc:sldMk cId="639321767" sldId="281"/>
            <ac:spMk id="2" creationId="{8889720F-5872-DEAC-061D-107827C66916}"/>
          </ac:spMkLst>
        </pc:spChg>
        <pc:spChg chg="mod">
          <ac:chgData name="Craig Alexander" userId="cbab3422-1701-47c9-a4f0-14c0d221c31a" providerId="ADAL" clId="{F6E28692-7937-834B-B8E8-418503A9E268}" dt="2023-05-31T11:42:07.906" v="6763" actId="20577"/>
          <ac:spMkLst>
            <pc:docMk/>
            <pc:sldMk cId="639321767" sldId="281"/>
            <ac:spMk id="3" creationId="{94744171-025C-D8A2-CAA6-08F9E5E619ED}"/>
          </ac:spMkLst>
        </pc:spChg>
        <pc:spChg chg="del">
          <ac:chgData name="Craig Alexander" userId="cbab3422-1701-47c9-a4f0-14c0d221c31a" providerId="ADAL" clId="{F6E28692-7937-834B-B8E8-418503A9E268}" dt="2023-05-30T20:01:00.256" v="257" actId="478"/>
          <ac:spMkLst>
            <pc:docMk/>
            <pc:sldMk cId="639321767" sldId="281"/>
            <ac:spMk id="4" creationId="{3EFEA65D-6BB2-516C-8175-6A58B4A90505}"/>
          </ac:spMkLst>
        </pc:spChg>
      </pc:sldChg>
      <pc:sldChg chg="modSp add del mod">
        <pc:chgData name="Craig Alexander" userId="cbab3422-1701-47c9-a4f0-14c0d221c31a" providerId="ADAL" clId="{F6E28692-7937-834B-B8E8-418503A9E268}" dt="2023-05-31T08:38:18.223" v="4934" actId="2696"/>
        <pc:sldMkLst>
          <pc:docMk/>
          <pc:sldMk cId="3068049842" sldId="282"/>
        </pc:sldMkLst>
        <pc:spChg chg="mod">
          <ac:chgData name="Craig Alexander" userId="cbab3422-1701-47c9-a4f0-14c0d221c31a" providerId="ADAL" clId="{F6E28692-7937-834B-B8E8-418503A9E268}" dt="2023-05-30T20:03:27.948" v="374" actId="20577"/>
          <ac:spMkLst>
            <pc:docMk/>
            <pc:sldMk cId="3068049842" sldId="282"/>
            <ac:spMk id="2" creationId="{53776E55-3638-0729-0197-38540D259C75}"/>
          </ac:spMkLst>
        </pc:spChg>
      </pc:sldChg>
      <pc:sldChg chg="addSp modSp add mod">
        <pc:chgData name="Craig Alexander" userId="cbab3422-1701-47c9-a4f0-14c0d221c31a" providerId="ADAL" clId="{F6E28692-7937-834B-B8E8-418503A9E268}" dt="2023-05-31T08:48:07.726" v="5702" actId="20577"/>
        <pc:sldMkLst>
          <pc:docMk/>
          <pc:sldMk cId="1722115514" sldId="283"/>
        </pc:sldMkLst>
        <pc:spChg chg="mod">
          <ac:chgData name="Craig Alexander" userId="cbab3422-1701-47c9-a4f0-14c0d221c31a" providerId="ADAL" clId="{F6E28692-7937-834B-B8E8-418503A9E268}" dt="2023-05-30T20:03:54.521" v="415" actId="20577"/>
          <ac:spMkLst>
            <pc:docMk/>
            <pc:sldMk cId="1722115514" sldId="283"/>
            <ac:spMk id="2" creationId="{53776E55-3638-0729-0197-38540D259C75}"/>
          </ac:spMkLst>
        </pc:spChg>
        <pc:spChg chg="mod">
          <ac:chgData name="Craig Alexander" userId="cbab3422-1701-47c9-a4f0-14c0d221c31a" providerId="ADAL" clId="{F6E28692-7937-834B-B8E8-418503A9E268}" dt="2023-05-31T08:48:07.726" v="5702" actId="20577"/>
          <ac:spMkLst>
            <pc:docMk/>
            <pc:sldMk cId="1722115514" sldId="283"/>
            <ac:spMk id="3" creationId="{49BAE94C-A2D3-436A-AEA6-9FC6D09D8D3D}"/>
          </ac:spMkLst>
        </pc:spChg>
        <pc:picChg chg="add mod">
          <ac:chgData name="Craig Alexander" userId="cbab3422-1701-47c9-a4f0-14c0d221c31a" providerId="ADAL" clId="{F6E28692-7937-834B-B8E8-418503A9E268}" dt="2023-05-31T08:41:33.553" v="5356" actId="1076"/>
          <ac:picMkLst>
            <pc:docMk/>
            <pc:sldMk cId="1722115514" sldId="283"/>
            <ac:picMk id="2050" creationId="{B3DE908D-0A37-42B5-9968-3EFA9B025DC3}"/>
          </ac:picMkLst>
        </pc:picChg>
      </pc:sldChg>
      <pc:sldChg chg="modSp add mod">
        <pc:chgData name="Craig Alexander" userId="cbab3422-1701-47c9-a4f0-14c0d221c31a" providerId="ADAL" clId="{F6E28692-7937-834B-B8E8-418503A9E268}" dt="2023-05-31T08:08:52.882" v="2276" actId="20577"/>
        <pc:sldMkLst>
          <pc:docMk/>
          <pc:sldMk cId="2310425452" sldId="284"/>
        </pc:sldMkLst>
        <pc:spChg chg="mod">
          <ac:chgData name="Craig Alexander" userId="cbab3422-1701-47c9-a4f0-14c0d221c31a" providerId="ADAL" clId="{F6E28692-7937-834B-B8E8-418503A9E268}" dt="2023-05-31T08:08:52.882" v="2276" actId="20577"/>
          <ac:spMkLst>
            <pc:docMk/>
            <pc:sldMk cId="2310425452" sldId="284"/>
            <ac:spMk id="2" creationId="{8889720F-5872-DEAC-061D-107827C66916}"/>
          </ac:spMkLst>
        </pc:spChg>
      </pc:sldChg>
      <pc:sldChg chg="modSp add mod">
        <pc:chgData name="Craig Alexander" userId="cbab3422-1701-47c9-a4f0-14c0d221c31a" providerId="ADAL" clId="{F6E28692-7937-834B-B8E8-418503A9E268}" dt="2023-05-31T11:44:22.835" v="6764" actId="33524"/>
        <pc:sldMkLst>
          <pc:docMk/>
          <pc:sldMk cId="2874183712" sldId="285"/>
        </pc:sldMkLst>
        <pc:spChg chg="mod">
          <ac:chgData name="Craig Alexander" userId="cbab3422-1701-47c9-a4f0-14c0d221c31a" providerId="ADAL" clId="{F6E28692-7937-834B-B8E8-418503A9E268}" dt="2023-05-31T11:44:22.835" v="6764" actId="33524"/>
          <ac:spMkLst>
            <pc:docMk/>
            <pc:sldMk cId="2874183712" sldId="285"/>
            <ac:spMk id="3" creationId="{94744171-025C-D8A2-CAA6-08F9E5E619ED}"/>
          </ac:spMkLst>
        </pc:spChg>
      </pc:sldChg>
      <pc:sldChg chg="addSp modSp add mod">
        <pc:chgData name="Craig Alexander" userId="cbab3422-1701-47c9-a4f0-14c0d221c31a" providerId="ADAL" clId="{F6E28692-7937-834B-B8E8-418503A9E268}" dt="2023-05-31T11:44:50.083" v="6766" actId="33524"/>
        <pc:sldMkLst>
          <pc:docMk/>
          <pc:sldMk cId="333844903" sldId="286"/>
        </pc:sldMkLst>
        <pc:spChg chg="mod">
          <ac:chgData name="Craig Alexander" userId="cbab3422-1701-47c9-a4f0-14c0d221c31a" providerId="ADAL" clId="{F6E28692-7937-834B-B8E8-418503A9E268}" dt="2023-05-31T11:44:50.083" v="6766" actId="33524"/>
          <ac:spMkLst>
            <pc:docMk/>
            <pc:sldMk cId="333844903" sldId="286"/>
            <ac:spMk id="3" creationId="{94744171-025C-D8A2-CAA6-08F9E5E619ED}"/>
          </ac:spMkLst>
        </pc:spChg>
        <pc:picChg chg="add mod">
          <ac:chgData name="Craig Alexander" userId="cbab3422-1701-47c9-a4f0-14c0d221c31a" providerId="ADAL" clId="{F6E28692-7937-834B-B8E8-418503A9E268}" dt="2023-05-31T08:10:48.345" v="2285" actId="1076"/>
          <ac:picMkLst>
            <pc:docMk/>
            <pc:sldMk cId="333844903" sldId="286"/>
            <ac:picMk id="1026" creationId="{5D967379-53A3-BC63-F2F6-3B5860B1CDF3}"/>
          </ac:picMkLst>
        </pc:picChg>
      </pc:sldChg>
      <pc:sldChg chg="modSp add mod">
        <pc:chgData name="Craig Alexander" userId="cbab3422-1701-47c9-a4f0-14c0d221c31a" providerId="ADAL" clId="{F6E28692-7937-834B-B8E8-418503A9E268}" dt="2023-05-31T11:47:50.780" v="6769" actId="20577"/>
        <pc:sldMkLst>
          <pc:docMk/>
          <pc:sldMk cId="615436969" sldId="287"/>
        </pc:sldMkLst>
        <pc:spChg chg="mod">
          <ac:chgData name="Craig Alexander" userId="cbab3422-1701-47c9-a4f0-14c0d221c31a" providerId="ADAL" clId="{F6E28692-7937-834B-B8E8-418503A9E268}" dt="2023-05-31T11:34:49.268" v="6753" actId="20577"/>
          <ac:spMkLst>
            <pc:docMk/>
            <pc:sldMk cId="615436969" sldId="287"/>
            <ac:spMk id="2" creationId="{2344D414-281A-04DB-3747-5D2DE781FB80}"/>
          </ac:spMkLst>
        </pc:spChg>
        <pc:spChg chg="mod">
          <ac:chgData name="Craig Alexander" userId="cbab3422-1701-47c9-a4f0-14c0d221c31a" providerId="ADAL" clId="{F6E28692-7937-834B-B8E8-418503A9E268}" dt="2023-05-31T11:47:50.780" v="6769" actId="20577"/>
          <ac:spMkLst>
            <pc:docMk/>
            <pc:sldMk cId="615436969" sldId="287"/>
            <ac:spMk id="3" creationId="{DBD0EAD6-A310-9417-839D-1C7F822CD659}"/>
          </ac:spMkLst>
        </pc:spChg>
      </pc:sldChg>
      <pc:sldChg chg="modSp add mod">
        <pc:chgData name="Craig Alexander" userId="cbab3422-1701-47c9-a4f0-14c0d221c31a" providerId="ADAL" clId="{F6E28692-7937-834B-B8E8-418503A9E268}" dt="2023-05-31T11:49:06.906" v="6770" actId="313"/>
        <pc:sldMkLst>
          <pc:docMk/>
          <pc:sldMk cId="40200955" sldId="288"/>
        </pc:sldMkLst>
        <pc:spChg chg="mod">
          <ac:chgData name="Craig Alexander" userId="cbab3422-1701-47c9-a4f0-14c0d221c31a" providerId="ADAL" clId="{F6E28692-7937-834B-B8E8-418503A9E268}" dt="2023-05-31T11:34:53.301" v="6755" actId="20577"/>
          <ac:spMkLst>
            <pc:docMk/>
            <pc:sldMk cId="40200955" sldId="288"/>
            <ac:spMk id="2" creationId="{2344D414-281A-04DB-3747-5D2DE781FB80}"/>
          </ac:spMkLst>
        </pc:spChg>
        <pc:spChg chg="mod">
          <ac:chgData name="Craig Alexander" userId="cbab3422-1701-47c9-a4f0-14c0d221c31a" providerId="ADAL" clId="{F6E28692-7937-834B-B8E8-418503A9E268}" dt="2023-05-31T11:49:06.906" v="6770" actId="313"/>
          <ac:spMkLst>
            <pc:docMk/>
            <pc:sldMk cId="40200955" sldId="288"/>
            <ac:spMk id="3" creationId="{DBD0EAD6-A310-9417-839D-1C7F822CD659}"/>
          </ac:spMkLst>
        </pc:spChg>
      </pc:sldChg>
      <pc:sldChg chg="modSp add mod">
        <pc:chgData name="Craig Alexander" userId="cbab3422-1701-47c9-a4f0-14c0d221c31a" providerId="ADAL" clId="{F6E28692-7937-834B-B8E8-418503A9E268}" dt="2023-05-31T11:34:57.233" v="6757" actId="20577"/>
        <pc:sldMkLst>
          <pc:docMk/>
          <pc:sldMk cId="232067483" sldId="289"/>
        </pc:sldMkLst>
        <pc:spChg chg="mod">
          <ac:chgData name="Craig Alexander" userId="cbab3422-1701-47c9-a4f0-14c0d221c31a" providerId="ADAL" clId="{F6E28692-7937-834B-B8E8-418503A9E268}" dt="2023-05-31T11:34:57.233" v="6757" actId="20577"/>
          <ac:spMkLst>
            <pc:docMk/>
            <pc:sldMk cId="232067483" sldId="289"/>
            <ac:spMk id="2" creationId="{2344D414-281A-04DB-3747-5D2DE781FB80}"/>
          </ac:spMkLst>
        </pc:spChg>
        <pc:spChg chg="mod">
          <ac:chgData name="Craig Alexander" userId="cbab3422-1701-47c9-a4f0-14c0d221c31a" providerId="ADAL" clId="{F6E28692-7937-834B-B8E8-418503A9E268}" dt="2023-05-31T08:38:15.349" v="4933" actId="20577"/>
          <ac:spMkLst>
            <pc:docMk/>
            <pc:sldMk cId="232067483" sldId="289"/>
            <ac:spMk id="3" creationId="{DBD0EAD6-A310-9417-839D-1C7F822CD659}"/>
          </ac:spMkLst>
        </pc:spChg>
      </pc:sldChg>
      <pc:sldChg chg="modSp add mod">
        <pc:chgData name="Craig Alexander" userId="cbab3422-1701-47c9-a4f0-14c0d221c31a" providerId="ADAL" clId="{F6E28692-7937-834B-B8E8-418503A9E268}" dt="2023-05-31T11:21:19.856" v="6040" actId="20577"/>
        <pc:sldMkLst>
          <pc:docMk/>
          <pc:sldMk cId="1474796496" sldId="290"/>
        </pc:sldMkLst>
        <pc:spChg chg="mod">
          <ac:chgData name="Craig Alexander" userId="cbab3422-1701-47c9-a4f0-14c0d221c31a" providerId="ADAL" clId="{F6E28692-7937-834B-B8E8-418503A9E268}" dt="2023-05-31T11:21:19.856" v="6040" actId="20577"/>
          <ac:spMkLst>
            <pc:docMk/>
            <pc:sldMk cId="1474796496" sldId="290"/>
            <ac:spMk id="3" creationId="{94744171-025C-D8A2-CAA6-08F9E5E619ED}"/>
          </ac:spMkLst>
        </pc:spChg>
      </pc:sldChg>
      <pc:sldChg chg="modSp add mod">
        <pc:chgData name="Craig Alexander" userId="cbab3422-1701-47c9-a4f0-14c0d221c31a" providerId="ADAL" clId="{F6E28692-7937-834B-B8E8-418503A9E268}" dt="2023-05-31T11:27:58.165" v="6706" actId="27636"/>
        <pc:sldMkLst>
          <pc:docMk/>
          <pc:sldMk cId="503019218" sldId="291"/>
        </pc:sldMkLst>
        <pc:spChg chg="mod">
          <ac:chgData name="Craig Alexander" userId="cbab3422-1701-47c9-a4f0-14c0d221c31a" providerId="ADAL" clId="{F6E28692-7937-834B-B8E8-418503A9E268}" dt="2023-05-31T11:24:02.318" v="6061" actId="20577"/>
          <ac:spMkLst>
            <pc:docMk/>
            <pc:sldMk cId="503019218" sldId="291"/>
            <ac:spMk id="2" creationId="{2344D414-281A-04DB-3747-5D2DE781FB80}"/>
          </ac:spMkLst>
        </pc:spChg>
        <pc:spChg chg="mod">
          <ac:chgData name="Craig Alexander" userId="cbab3422-1701-47c9-a4f0-14c0d221c31a" providerId="ADAL" clId="{F6E28692-7937-834B-B8E8-418503A9E268}" dt="2023-05-31T11:27:58.165" v="6706" actId="27636"/>
          <ac:spMkLst>
            <pc:docMk/>
            <pc:sldMk cId="503019218" sldId="291"/>
            <ac:spMk id="3" creationId="{DBD0EAD6-A310-9417-839D-1C7F822CD659}"/>
          </ac:spMkLst>
        </pc:spChg>
      </pc:sldChg>
      <pc:sldChg chg="modSp add mod">
        <pc:chgData name="Craig Alexander" userId="cbab3422-1701-47c9-a4f0-14c0d221c31a" providerId="ADAL" clId="{F6E28692-7937-834B-B8E8-418503A9E268}" dt="2023-05-31T11:33:55.931" v="6726" actId="20577"/>
        <pc:sldMkLst>
          <pc:docMk/>
          <pc:sldMk cId="3123057367" sldId="483"/>
        </pc:sldMkLst>
        <pc:spChg chg="mod">
          <ac:chgData name="Craig Alexander" userId="cbab3422-1701-47c9-a4f0-14c0d221c31a" providerId="ADAL" clId="{F6E28692-7937-834B-B8E8-418503A9E268}" dt="2023-05-31T11:33:55.931" v="6726" actId="20577"/>
          <ac:spMkLst>
            <pc:docMk/>
            <pc:sldMk cId="3123057367" sldId="483"/>
            <ac:spMk id="3" creationId="{8405FD3D-C4AB-BEE8-6056-FC036BBBE9F7}"/>
          </ac:spMkLst>
        </pc:spChg>
        <pc:spChg chg="mod">
          <ac:chgData name="Craig Alexander" userId="cbab3422-1701-47c9-a4f0-14c0d221c31a" providerId="ADAL" clId="{F6E28692-7937-834B-B8E8-418503A9E268}" dt="2023-05-31T11:28:38.701" v="6709" actId="20577"/>
          <ac:spMkLst>
            <pc:docMk/>
            <pc:sldMk cId="3123057367" sldId="483"/>
            <ac:spMk id="4" creationId="{E2F05347-6777-3162-650D-60E0666650F0}"/>
          </ac:spMkLst>
        </pc:spChg>
      </pc:sldChg>
      <pc:sldChg chg="modSp add mod">
        <pc:chgData name="Craig Alexander" userId="cbab3422-1701-47c9-a4f0-14c0d221c31a" providerId="ADAL" clId="{F6E28692-7937-834B-B8E8-418503A9E268}" dt="2023-05-31T11:34:43.545" v="6751" actId="20577"/>
        <pc:sldMkLst>
          <pc:docMk/>
          <pc:sldMk cId="1926520772" sldId="749"/>
        </pc:sldMkLst>
        <pc:spChg chg="mod">
          <ac:chgData name="Craig Alexander" userId="cbab3422-1701-47c9-a4f0-14c0d221c31a" providerId="ADAL" clId="{F6E28692-7937-834B-B8E8-418503A9E268}" dt="2023-05-31T11:34:18.973" v="6750" actId="20577"/>
          <ac:spMkLst>
            <pc:docMk/>
            <pc:sldMk cId="1926520772" sldId="749"/>
            <ac:spMk id="3" creationId="{8405FD3D-C4AB-BEE8-6056-FC036BBBE9F7}"/>
          </ac:spMkLst>
        </pc:spChg>
        <pc:spChg chg="mod">
          <ac:chgData name="Craig Alexander" userId="cbab3422-1701-47c9-a4f0-14c0d221c31a" providerId="ADAL" clId="{F6E28692-7937-834B-B8E8-418503A9E268}" dt="2023-05-31T11:34:43.545" v="6751" actId="20577"/>
          <ac:spMkLst>
            <pc:docMk/>
            <pc:sldMk cId="1926520772" sldId="749"/>
            <ac:spMk id="4" creationId="{E2F05347-6777-3162-650D-60E0666650F0}"/>
          </ac:spMkLst>
        </pc:spChg>
      </pc:sldChg>
    </pc:docChg>
  </pc:docChgLst>
  <pc:docChgLst>
    <pc:chgData name="Craig Alexander" userId="cbab3422-1701-47c9-a4f0-14c0d221c31a" providerId="ADAL" clId="{08F91563-EC9C-6E4F-9C76-16A4DD33002B}"/>
    <pc:docChg chg="undo custSel addSld delSld modSld">
      <pc:chgData name="Craig Alexander" userId="cbab3422-1701-47c9-a4f0-14c0d221c31a" providerId="ADAL" clId="{08F91563-EC9C-6E4F-9C76-16A4DD33002B}" dt="2022-09-12T17:30:01.772" v="2738"/>
      <pc:docMkLst>
        <pc:docMk/>
      </pc:docMkLst>
      <pc:sldChg chg="modSp mod">
        <pc:chgData name="Craig Alexander" userId="cbab3422-1701-47c9-a4f0-14c0d221c31a" providerId="ADAL" clId="{08F91563-EC9C-6E4F-9C76-16A4DD33002B}" dt="2022-09-12T17:13:10.427" v="2561" actId="115"/>
        <pc:sldMkLst>
          <pc:docMk/>
          <pc:sldMk cId="1376347763" sldId="256"/>
        </pc:sldMkLst>
        <pc:spChg chg="mod">
          <ac:chgData name="Craig Alexander" userId="cbab3422-1701-47c9-a4f0-14c0d221c31a" providerId="ADAL" clId="{08F91563-EC9C-6E4F-9C76-16A4DD33002B}" dt="2022-09-12T17:11:30.353" v="2545" actId="255"/>
          <ac:spMkLst>
            <pc:docMk/>
            <pc:sldMk cId="1376347763" sldId="256"/>
            <ac:spMk id="2" creationId="{BD299FAD-1A58-5F0A-6277-6447C13CBAF2}"/>
          </ac:spMkLst>
        </pc:spChg>
        <pc:spChg chg="mod">
          <ac:chgData name="Craig Alexander" userId="cbab3422-1701-47c9-a4f0-14c0d221c31a" providerId="ADAL" clId="{08F91563-EC9C-6E4F-9C76-16A4DD33002B}" dt="2022-09-12T17:13:10.427" v="2561" actId="115"/>
          <ac:spMkLst>
            <pc:docMk/>
            <pc:sldMk cId="1376347763" sldId="256"/>
            <ac:spMk id="3" creationId="{74A105FD-3906-1289-E2AF-5AA37F254EAD}"/>
          </ac:spMkLst>
        </pc:spChg>
      </pc:sldChg>
      <pc:sldChg chg="addSp modSp mod">
        <pc:chgData name="Craig Alexander" userId="cbab3422-1701-47c9-a4f0-14c0d221c31a" providerId="ADAL" clId="{08F91563-EC9C-6E4F-9C76-16A4DD33002B}" dt="2022-09-12T17:28:15.716" v="2711"/>
        <pc:sldMkLst>
          <pc:docMk/>
          <pc:sldMk cId="2280224747" sldId="258"/>
        </pc:sldMkLst>
        <pc:spChg chg="mod">
          <ac:chgData name="Craig Alexander" userId="cbab3422-1701-47c9-a4f0-14c0d221c31a" providerId="ADAL" clId="{08F91563-EC9C-6E4F-9C76-16A4DD33002B}" dt="2022-09-12T17:28:15.716" v="2711"/>
          <ac:spMkLst>
            <pc:docMk/>
            <pc:sldMk cId="2280224747" sldId="258"/>
            <ac:spMk id="2" creationId="{BCA8094D-4EC2-0EB7-CB3E-56B419F6988F}"/>
          </ac:spMkLst>
        </pc:spChg>
        <pc:spChg chg="mod">
          <ac:chgData name="Craig Alexander" userId="cbab3422-1701-47c9-a4f0-14c0d221c31a" providerId="ADAL" clId="{08F91563-EC9C-6E4F-9C76-16A4DD33002B}" dt="2022-09-12T17:13:22.432" v="2563" actId="27636"/>
          <ac:spMkLst>
            <pc:docMk/>
            <pc:sldMk cId="2280224747" sldId="258"/>
            <ac:spMk id="3" creationId="{3AE8A93E-27F4-1742-6C8B-E4C47806C278}"/>
          </ac:spMkLst>
        </pc:spChg>
        <pc:spChg chg="add mod">
          <ac:chgData name="Craig Alexander" userId="cbab3422-1701-47c9-a4f0-14c0d221c31a" providerId="ADAL" clId="{08F91563-EC9C-6E4F-9C76-16A4DD33002B}" dt="2022-09-12T17:14:21.860" v="2572" actId="255"/>
          <ac:spMkLst>
            <pc:docMk/>
            <pc:sldMk cId="2280224747" sldId="258"/>
            <ac:spMk id="4" creationId="{97183473-D69F-F802-96A1-DC01679EA74E}"/>
          </ac:spMkLst>
        </pc:spChg>
      </pc:sldChg>
      <pc:sldChg chg="addSp modSp mod">
        <pc:chgData name="Craig Alexander" userId="cbab3422-1701-47c9-a4f0-14c0d221c31a" providerId="ADAL" clId="{08F91563-EC9C-6E4F-9C76-16A4DD33002B}" dt="2022-09-12T17:28:28.419" v="2713"/>
        <pc:sldMkLst>
          <pc:docMk/>
          <pc:sldMk cId="2460738954" sldId="260"/>
        </pc:sldMkLst>
        <pc:spChg chg="mod">
          <ac:chgData name="Craig Alexander" userId="cbab3422-1701-47c9-a4f0-14c0d221c31a" providerId="ADAL" clId="{08F91563-EC9C-6E4F-9C76-16A4DD33002B}" dt="2022-09-12T17:28:28.419" v="2713"/>
          <ac:spMkLst>
            <pc:docMk/>
            <pc:sldMk cId="2460738954" sldId="260"/>
            <ac:spMk id="2" creationId="{061CEF82-15CF-18AD-7C18-F53B5FA04B8A}"/>
          </ac:spMkLst>
        </pc:spChg>
        <pc:spChg chg="mod">
          <ac:chgData name="Craig Alexander" userId="cbab3422-1701-47c9-a4f0-14c0d221c31a" providerId="ADAL" clId="{08F91563-EC9C-6E4F-9C76-16A4DD33002B}" dt="2022-09-12T17:14:37.307" v="2575" actId="33524"/>
          <ac:spMkLst>
            <pc:docMk/>
            <pc:sldMk cId="2460738954" sldId="260"/>
            <ac:spMk id="3" creationId="{411EE78E-119B-A48D-F55D-BF66A2494C54}"/>
          </ac:spMkLst>
        </pc:spChg>
        <pc:spChg chg="add mod">
          <ac:chgData name="Craig Alexander" userId="cbab3422-1701-47c9-a4f0-14c0d221c31a" providerId="ADAL" clId="{08F91563-EC9C-6E4F-9C76-16A4DD33002B}" dt="2022-09-12T17:15:07.479" v="2579" actId="27636"/>
          <ac:spMkLst>
            <pc:docMk/>
            <pc:sldMk cId="2460738954" sldId="260"/>
            <ac:spMk id="4" creationId="{DD3C531A-6006-96C3-7379-DE896677016C}"/>
          </ac:spMkLst>
        </pc:spChg>
      </pc:sldChg>
      <pc:sldChg chg="addSp delSp modSp mod">
        <pc:chgData name="Craig Alexander" userId="cbab3422-1701-47c9-a4f0-14c0d221c31a" providerId="ADAL" clId="{08F91563-EC9C-6E4F-9C76-16A4DD33002B}" dt="2022-09-12T17:28:32.552" v="2715"/>
        <pc:sldMkLst>
          <pc:docMk/>
          <pc:sldMk cId="1053634146" sldId="261"/>
        </pc:sldMkLst>
        <pc:spChg chg="mod">
          <ac:chgData name="Craig Alexander" userId="cbab3422-1701-47c9-a4f0-14c0d221c31a" providerId="ADAL" clId="{08F91563-EC9C-6E4F-9C76-16A4DD33002B}" dt="2022-09-12T17:28:32.552" v="2715"/>
          <ac:spMkLst>
            <pc:docMk/>
            <pc:sldMk cId="1053634146" sldId="261"/>
            <ac:spMk id="2" creationId="{061CEF82-15CF-18AD-7C18-F53B5FA04B8A}"/>
          </ac:spMkLst>
        </pc:spChg>
        <pc:spChg chg="del mod">
          <ac:chgData name="Craig Alexander" userId="cbab3422-1701-47c9-a4f0-14c0d221c31a" providerId="ADAL" clId="{08F91563-EC9C-6E4F-9C76-16A4DD33002B}" dt="2022-09-08T11:34:27.113" v="950"/>
          <ac:spMkLst>
            <pc:docMk/>
            <pc:sldMk cId="1053634146" sldId="261"/>
            <ac:spMk id="3" creationId="{411EE78E-119B-A48D-F55D-BF66A2494C54}"/>
          </ac:spMkLst>
        </pc:spChg>
        <pc:graphicFrameChg chg="add mod modGraphic">
          <ac:chgData name="Craig Alexander" userId="cbab3422-1701-47c9-a4f0-14c0d221c31a" providerId="ADAL" clId="{08F91563-EC9C-6E4F-9C76-16A4DD33002B}" dt="2022-09-12T17:17:34.743" v="2601" actId="1076"/>
          <ac:graphicFrameMkLst>
            <pc:docMk/>
            <pc:sldMk cId="1053634146" sldId="261"/>
            <ac:graphicFrameMk id="4" creationId="{126124E8-B33B-FEDD-2A10-25FCE1B01758}"/>
          </ac:graphicFrameMkLst>
        </pc:graphicFrameChg>
      </pc:sldChg>
      <pc:sldChg chg="addSp modSp mod">
        <pc:chgData name="Craig Alexander" userId="cbab3422-1701-47c9-a4f0-14c0d221c31a" providerId="ADAL" clId="{08F91563-EC9C-6E4F-9C76-16A4DD33002B}" dt="2022-09-12T17:28:37.087" v="2717"/>
        <pc:sldMkLst>
          <pc:docMk/>
          <pc:sldMk cId="2768814353" sldId="263"/>
        </pc:sldMkLst>
        <pc:spChg chg="mod">
          <ac:chgData name="Craig Alexander" userId="cbab3422-1701-47c9-a4f0-14c0d221c31a" providerId="ADAL" clId="{08F91563-EC9C-6E4F-9C76-16A4DD33002B}" dt="2022-09-12T17:28:37.087" v="2717"/>
          <ac:spMkLst>
            <pc:docMk/>
            <pc:sldMk cId="2768814353" sldId="263"/>
            <ac:spMk id="2" creationId="{619EA537-D7C6-37FA-4FEC-43A25FC6529F}"/>
          </ac:spMkLst>
        </pc:spChg>
        <pc:spChg chg="mod">
          <ac:chgData name="Craig Alexander" userId="cbab3422-1701-47c9-a4f0-14c0d221c31a" providerId="ADAL" clId="{08F91563-EC9C-6E4F-9C76-16A4DD33002B}" dt="2022-09-12T17:18:11.866" v="2610" actId="33524"/>
          <ac:spMkLst>
            <pc:docMk/>
            <pc:sldMk cId="2768814353" sldId="263"/>
            <ac:spMk id="3" creationId="{87072473-2B3C-A9FB-C61D-92688D306BE7}"/>
          </ac:spMkLst>
        </pc:spChg>
        <pc:spChg chg="add mod">
          <ac:chgData name="Craig Alexander" userId="cbab3422-1701-47c9-a4f0-14c0d221c31a" providerId="ADAL" clId="{08F91563-EC9C-6E4F-9C76-16A4DD33002B}" dt="2022-09-12T17:18:05.084" v="2609" actId="27636"/>
          <ac:spMkLst>
            <pc:docMk/>
            <pc:sldMk cId="2768814353" sldId="263"/>
            <ac:spMk id="4" creationId="{59962B57-CF2F-4796-1748-ECE9F588612B}"/>
          </ac:spMkLst>
        </pc:spChg>
      </pc:sldChg>
      <pc:sldChg chg="addSp modSp mod">
        <pc:chgData name="Craig Alexander" userId="cbab3422-1701-47c9-a4f0-14c0d221c31a" providerId="ADAL" clId="{08F91563-EC9C-6E4F-9C76-16A4DD33002B}" dt="2022-09-12T17:28:50.275" v="2719"/>
        <pc:sldMkLst>
          <pc:docMk/>
          <pc:sldMk cId="3288161075" sldId="264"/>
        </pc:sldMkLst>
        <pc:spChg chg="mod">
          <ac:chgData name="Craig Alexander" userId="cbab3422-1701-47c9-a4f0-14c0d221c31a" providerId="ADAL" clId="{08F91563-EC9C-6E4F-9C76-16A4DD33002B}" dt="2022-09-12T17:28:50.275" v="2719"/>
          <ac:spMkLst>
            <pc:docMk/>
            <pc:sldMk cId="3288161075" sldId="264"/>
            <ac:spMk id="2" creationId="{619EA537-D7C6-37FA-4FEC-43A25FC6529F}"/>
          </ac:spMkLst>
        </pc:spChg>
        <pc:spChg chg="mod">
          <ac:chgData name="Craig Alexander" userId="cbab3422-1701-47c9-a4f0-14c0d221c31a" providerId="ADAL" clId="{08F91563-EC9C-6E4F-9C76-16A4DD33002B}" dt="2022-09-12T17:18:26.312" v="2612" actId="27636"/>
          <ac:spMkLst>
            <pc:docMk/>
            <pc:sldMk cId="3288161075" sldId="264"/>
            <ac:spMk id="3" creationId="{87072473-2B3C-A9FB-C61D-92688D306BE7}"/>
          </ac:spMkLst>
        </pc:spChg>
        <pc:spChg chg="add mod">
          <ac:chgData name="Craig Alexander" userId="cbab3422-1701-47c9-a4f0-14c0d221c31a" providerId="ADAL" clId="{08F91563-EC9C-6E4F-9C76-16A4DD33002B}" dt="2022-09-12T17:18:48.955" v="2618" actId="27636"/>
          <ac:spMkLst>
            <pc:docMk/>
            <pc:sldMk cId="3288161075" sldId="264"/>
            <ac:spMk id="4" creationId="{0514B75F-9370-09F2-8BBF-0886B895A4E4}"/>
          </ac:spMkLst>
        </pc:spChg>
      </pc:sldChg>
      <pc:sldChg chg="addSp delSp modSp mod">
        <pc:chgData name="Craig Alexander" userId="cbab3422-1701-47c9-a4f0-14c0d221c31a" providerId="ADAL" clId="{08F91563-EC9C-6E4F-9C76-16A4DD33002B}" dt="2022-09-12T17:28:54.609" v="2721"/>
        <pc:sldMkLst>
          <pc:docMk/>
          <pc:sldMk cId="2489893082" sldId="265"/>
        </pc:sldMkLst>
        <pc:spChg chg="mod">
          <ac:chgData name="Craig Alexander" userId="cbab3422-1701-47c9-a4f0-14c0d221c31a" providerId="ADAL" clId="{08F91563-EC9C-6E4F-9C76-16A4DD33002B}" dt="2022-09-12T17:28:54.609" v="2721"/>
          <ac:spMkLst>
            <pc:docMk/>
            <pc:sldMk cId="2489893082" sldId="265"/>
            <ac:spMk id="2" creationId="{53776E55-3638-0729-0197-38540D259C75}"/>
          </ac:spMkLst>
        </pc:spChg>
        <pc:spChg chg="del">
          <ac:chgData name="Craig Alexander" userId="cbab3422-1701-47c9-a4f0-14c0d221c31a" providerId="ADAL" clId="{08F91563-EC9C-6E4F-9C76-16A4DD33002B}" dt="2022-09-08T11:53:19.873" v="1500" actId="478"/>
          <ac:spMkLst>
            <pc:docMk/>
            <pc:sldMk cId="2489893082" sldId="265"/>
            <ac:spMk id="3" creationId="{49BAE94C-A2D3-436A-AEA6-9FC6D09D8D3D}"/>
          </ac:spMkLst>
        </pc:spChg>
        <pc:spChg chg="add mod">
          <ac:chgData name="Craig Alexander" userId="cbab3422-1701-47c9-a4f0-14c0d221c31a" providerId="ADAL" clId="{08F91563-EC9C-6E4F-9C76-16A4DD33002B}" dt="2022-09-12T17:20:10.109" v="2652" actId="255"/>
          <ac:spMkLst>
            <pc:docMk/>
            <pc:sldMk cId="2489893082" sldId="265"/>
            <ac:spMk id="3" creationId="{A2DE1ADE-E2D6-1C0F-853F-B894123B362C}"/>
          </ac:spMkLst>
        </pc:spChg>
        <pc:spChg chg="del">
          <ac:chgData name="Craig Alexander" userId="cbab3422-1701-47c9-a4f0-14c0d221c31a" providerId="ADAL" clId="{08F91563-EC9C-6E4F-9C76-16A4DD33002B}" dt="2022-09-08T11:53:34.319" v="1505" actId="478"/>
          <ac:spMkLst>
            <pc:docMk/>
            <pc:sldMk cId="2489893082" sldId="265"/>
            <ac:spMk id="5" creationId="{22B1D727-D18C-D0C2-2D83-A66CC594599D}"/>
          </ac:spMkLst>
        </pc:spChg>
        <pc:spChg chg="del mod">
          <ac:chgData name="Craig Alexander" userId="cbab3422-1701-47c9-a4f0-14c0d221c31a" providerId="ADAL" clId="{08F91563-EC9C-6E4F-9C76-16A4DD33002B}" dt="2022-09-08T11:53:31.009" v="1503" actId="478"/>
          <ac:spMkLst>
            <pc:docMk/>
            <pc:sldMk cId="2489893082" sldId="265"/>
            <ac:spMk id="6" creationId="{3E53C27F-6901-91B0-2E45-330CF43350B1}"/>
          </ac:spMkLst>
        </pc:spChg>
        <pc:spChg chg="add mod">
          <ac:chgData name="Craig Alexander" userId="cbab3422-1701-47c9-a4f0-14c0d221c31a" providerId="ADAL" clId="{08F91563-EC9C-6E4F-9C76-16A4DD33002B}" dt="2022-09-12T17:19:21.407" v="2632" actId="20577"/>
          <ac:spMkLst>
            <pc:docMk/>
            <pc:sldMk cId="2489893082" sldId="265"/>
            <ac:spMk id="8" creationId="{906ED9AE-6AAC-249A-F29D-A6E68CC00593}"/>
          </ac:spMkLst>
        </pc:spChg>
        <pc:picChg chg="del">
          <ac:chgData name="Craig Alexander" userId="cbab3422-1701-47c9-a4f0-14c0d221c31a" providerId="ADAL" clId="{08F91563-EC9C-6E4F-9C76-16A4DD33002B}" dt="2022-09-08T11:53:32.040" v="1504" actId="478"/>
          <ac:picMkLst>
            <pc:docMk/>
            <pc:sldMk cId="2489893082" sldId="265"/>
            <ac:picMk id="4" creationId="{67908325-65FF-CCF9-5418-FCBAE600F073}"/>
          </ac:picMkLst>
        </pc:picChg>
      </pc:sldChg>
      <pc:sldChg chg="del">
        <pc:chgData name="Craig Alexander" userId="cbab3422-1701-47c9-a4f0-14c0d221c31a" providerId="ADAL" clId="{08F91563-EC9C-6E4F-9C76-16A4DD33002B}" dt="2022-09-08T12:03:34.645" v="1704" actId="2696"/>
        <pc:sldMkLst>
          <pc:docMk/>
          <pc:sldMk cId="3231242418" sldId="266"/>
        </pc:sldMkLst>
      </pc:sldChg>
      <pc:sldChg chg="addSp delSp modSp mod">
        <pc:chgData name="Craig Alexander" userId="cbab3422-1701-47c9-a4f0-14c0d221c31a" providerId="ADAL" clId="{08F91563-EC9C-6E4F-9C76-16A4DD33002B}" dt="2022-09-12T17:29:11.381" v="2725"/>
        <pc:sldMkLst>
          <pc:docMk/>
          <pc:sldMk cId="939873254" sldId="267"/>
        </pc:sldMkLst>
        <pc:spChg chg="mod">
          <ac:chgData name="Craig Alexander" userId="cbab3422-1701-47c9-a4f0-14c0d221c31a" providerId="ADAL" clId="{08F91563-EC9C-6E4F-9C76-16A4DD33002B}" dt="2022-09-12T17:29:11.381" v="2725"/>
          <ac:spMkLst>
            <pc:docMk/>
            <pc:sldMk cId="939873254" sldId="267"/>
            <ac:spMk id="2" creationId="{53776E55-3638-0729-0197-38540D259C75}"/>
          </ac:spMkLst>
        </pc:spChg>
        <pc:spChg chg="mod">
          <ac:chgData name="Craig Alexander" userId="cbab3422-1701-47c9-a4f0-14c0d221c31a" providerId="ADAL" clId="{08F91563-EC9C-6E4F-9C76-16A4DD33002B}" dt="2022-09-12T17:22:20.844" v="2664" actId="27636"/>
          <ac:spMkLst>
            <pc:docMk/>
            <pc:sldMk cId="939873254" sldId="267"/>
            <ac:spMk id="3" creationId="{49BAE94C-A2D3-436A-AEA6-9FC6D09D8D3D}"/>
          </ac:spMkLst>
        </pc:spChg>
        <pc:spChg chg="add mod">
          <ac:chgData name="Craig Alexander" userId="cbab3422-1701-47c9-a4f0-14c0d221c31a" providerId="ADAL" clId="{08F91563-EC9C-6E4F-9C76-16A4DD33002B}" dt="2022-09-12T17:22:48.807" v="2668" actId="27636"/>
          <ac:spMkLst>
            <pc:docMk/>
            <pc:sldMk cId="939873254" sldId="267"/>
            <ac:spMk id="4" creationId="{680852D2-A34F-3D11-1FB5-42587480387E}"/>
          </ac:spMkLst>
        </pc:spChg>
        <pc:spChg chg="del mod">
          <ac:chgData name="Craig Alexander" userId="cbab3422-1701-47c9-a4f0-14c0d221c31a" providerId="ADAL" clId="{08F91563-EC9C-6E4F-9C76-16A4DD33002B}" dt="2022-09-08T12:04:27.811" v="1756" actId="478"/>
          <ac:spMkLst>
            <pc:docMk/>
            <pc:sldMk cId="939873254" sldId="267"/>
            <ac:spMk id="5" creationId="{22B1D727-D18C-D0C2-2D83-A66CC594599D}"/>
          </ac:spMkLst>
        </pc:spChg>
        <pc:spChg chg="del">
          <ac:chgData name="Craig Alexander" userId="cbab3422-1701-47c9-a4f0-14c0d221c31a" providerId="ADAL" clId="{08F91563-EC9C-6E4F-9C76-16A4DD33002B}" dt="2022-09-08T12:04:30.911" v="1758" actId="478"/>
          <ac:spMkLst>
            <pc:docMk/>
            <pc:sldMk cId="939873254" sldId="267"/>
            <ac:spMk id="6" creationId="{3E53C27F-6901-91B0-2E45-330CF43350B1}"/>
          </ac:spMkLst>
        </pc:spChg>
        <pc:picChg chg="del">
          <ac:chgData name="Craig Alexander" userId="cbab3422-1701-47c9-a4f0-14c0d221c31a" providerId="ADAL" clId="{08F91563-EC9C-6E4F-9C76-16A4DD33002B}" dt="2022-09-08T12:04:28.825" v="1757" actId="478"/>
          <ac:picMkLst>
            <pc:docMk/>
            <pc:sldMk cId="939873254" sldId="267"/>
            <ac:picMk id="4" creationId="{67908325-65FF-CCF9-5418-FCBAE600F073}"/>
          </ac:picMkLst>
        </pc:picChg>
      </pc:sldChg>
      <pc:sldChg chg="del">
        <pc:chgData name="Craig Alexander" userId="cbab3422-1701-47c9-a4f0-14c0d221c31a" providerId="ADAL" clId="{08F91563-EC9C-6E4F-9C76-16A4DD33002B}" dt="2022-09-08T12:06:54.532" v="1902" actId="2696"/>
        <pc:sldMkLst>
          <pc:docMk/>
          <pc:sldMk cId="744530479" sldId="268"/>
        </pc:sldMkLst>
      </pc:sldChg>
      <pc:sldChg chg="addSp modSp mod">
        <pc:chgData name="Craig Alexander" userId="cbab3422-1701-47c9-a4f0-14c0d221c31a" providerId="ADAL" clId="{08F91563-EC9C-6E4F-9C76-16A4DD33002B}" dt="2022-09-12T17:29:15.736" v="2727"/>
        <pc:sldMkLst>
          <pc:docMk/>
          <pc:sldMk cId="2879356640" sldId="269"/>
        </pc:sldMkLst>
        <pc:spChg chg="mod">
          <ac:chgData name="Craig Alexander" userId="cbab3422-1701-47c9-a4f0-14c0d221c31a" providerId="ADAL" clId="{08F91563-EC9C-6E4F-9C76-16A4DD33002B}" dt="2022-09-12T17:29:15.736" v="2727"/>
          <ac:spMkLst>
            <pc:docMk/>
            <pc:sldMk cId="2879356640" sldId="269"/>
            <ac:spMk id="2" creationId="{B7E7852C-FF3B-5B88-4C7C-EE35FA14853D}"/>
          </ac:spMkLst>
        </pc:spChg>
        <pc:spChg chg="mod">
          <ac:chgData name="Craig Alexander" userId="cbab3422-1701-47c9-a4f0-14c0d221c31a" providerId="ADAL" clId="{08F91563-EC9C-6E4F-9C76-16A4DD33002B}" dt="2022-09-12T17:24:02.918" v="2670" actId="27636"/>
          <ac:spMkLst>
            <pc:docMk/>
            <pc:sldMk cId="2879356640" sldId="269"/>
            <ac:spMk id="3" creationId="{CB740C7F-D13C-1C21-75A6-769FCDE35E7C}"/>
          </ac:spMkLst>
        </pc:spChg>
        <pc:spChg chg="add mod">
          <ac:chgData name="Craig Alexander" userId="cbab3422-1701-47c9-a4f0-14c0d221c31a" providerId="ADAL" clId="{08F91563-EC9C-6E4F-9C76-16A4DD33002B}" dt="2022-09-12T17:24:23.613" v="2674" actId="27636"/>
          <ac:spMkLst>
            <pc:docMk/>
            <pc:sldMk cId="2879356640" sldId="269"/>
            <ac:spMk id="4" creationId="{0DC873AB-C090-F465-8027-54C89C046937}"/>
          </ac:spMkLst>
        </pc:spChg>
      </pc:sldChg>
      <pc:sldChg chg="addSp modSp mod">
        <pc:chgData name="Craig Alexander" userId="cbab3422-1701-47c9-a4f0-14c0d221c31a" providerId="ADAL" clId="{08F91563-EC9C-6E4F-9C76-16A4DD33002B}" dt="2022-09-12T17:29:24.091" v="2731"/>
        <pc:sldMkLst>
          <pc:docMk/>
          <pc:sldMk cId="257101642" sldId="270"/>
        </pc:sldMkLst>
        <pc:spChg chg="mod">
          <ac:chgData name="Craig Alexander" userId="cbab3422-1701-47c9-a4f0-14c0d221c31a" providerId="ADAL" clId="{08F91563-EC9C-6E4F-9C76-16A4DD33002B}" dt="2022-09-12T17:29:24.091" v="2731"/>
          <ac:spMkLst>
            <pc:docMk/>
            <pc:sldMk cId="257101642" sldId="270"/>
            <ac:spMk id="2" creationId="{2344D414-281A-04DB-3747-5D2DE781FB80}"/>
          </ac:spMkLst>
        </pc:spChg>
        <pc:spChg chg="mod">
          <ac:chgData name="Craig Alexander" userId="cbab3422-1701-47c9-a4f0-14c0d221c31a" providerId="ADAL" clId="{08F91563-EC9C-6E4F-9C76-16A4DD33002B}" dt="2022-09-12T17:24:58.428" v="2682" actId="27636"/>
          <ac:spMkLst>
            <pc:docMk/>
            <pc:sldMk cId="257101642" sldId="270"/>
            <ac:spMk id="3" creationId="{DBD0EAD6-A310-9417-839D-1C7F822CD659}"/>
          </ac:spMkLst>
        </pc:spChg>
        <pc:spChg chg="add mod">
          <ac:chgData name="Craig Alexander" userId="cbab3422-1701-47c9-a4f0-14c0d221c31a" providerId="ADAL" clId="{08F91563-EC9C-6E4F-9C76-16A4DD33002B}" dt="2022-09-12T17:25:20.800" v="2686" actId="27636"/>
          <ac:spMkLst>
            <pc:docMk/>
            <pc:sldMk cId="257101642" sldId="270"/>
            <ac:spMk id="4" creationId="{44734DBA-FDA6-864A-65B1-0F60F63732CF}"/>
          </ac:spMkLst>
        </pc:spChg>
      </pc:sldChg>
      <pc:sldChg chg="addSp delSp modSp mod">
        <pc:chgData name="Craig Alexander" userId="cbab3422-1701-47c9-a4f0-14c0d221c31a" providerId="ADAL" clId="{08F91563-EC9C-6E4F-9C76-16A4DD33002B}" dt="2022-09-12T17:29:38.238" v="2733"/>
        <pc:sldMkLst>
          <pc:docMk/>
          <pc:sldMk cId="2505971960" sldId="271"/>
        </pc:sldMkLst>
        <pc:spChg chg="mod">
          <ac:chgData name="Craig Alexander" userId="cbab3422-1701-47c9-a4f0-14c0d221c31a" providerId="ADAL" clId="{08F91563-EC9C-6E4F-9C76-16A4DD33002B}" dt="2022-09-12T17:29:38.238" v="2733"/>
          <ac:spMkLst>
            <pc:docMk/>
            <pc:sldMk cId="2505971960" sldId="271"/>
            <ac:spMk id="2" creationId="{2344D414-281A-04DB-3747-5D2DE781FB80}"/>
          </ac:spMkLst>
        </pc:spChg>
        <pc:spChg chg="add del mod">
          <ac:chgData name="Craig Alexander" userId="cbab3422-1701-47c9-a4f0-14c0d221c31a" providerId="ADAL" clId="{08F91563-EC9C-6E4F-9C76-16A4DD33002B}" dt="2022-09-12T17:25:31.507" v="2688" actId="27636"/>
          <ac:spMkLst>
            <pc:docMk/>
            <pc:sldMk cId="2505971960" sldId="271"/>
            <ac:spMk id="3" creationId="{DBD0EAD6-A310-9417-839D-1C7F822CD659}"/>
          </ac:spMkLst>
        </pc:spChg>
        <pc:spChg chg="add mod">
          <ac:chgData name="Craig Alexander" userId="cbab3422-1701-47c9-a4f0-14c0d221c31a" providerId="ADAL" clId="{08F91563-EC9C-6E4F-9C76-16A4DD33002B}" dt="2022-09-12T17:25:58.442" v="2694" actId="255"/>
          <ac:spMkLst>
            <pc:docMk/>
            <pc:sldMk cId="2505971960" sldId="271"/>
            <ac:spMk id="4" creationId="{864CAFA6-B4EA-3F60-C3BB-F7541F630A2F}"/>
          </ac:spMkLst>
        </pc:spChg>
        <pc:spChg chg="add del mod">
          <ac:chgData name="Craig Alexander" userId="cbab3422-1701-47c9-a4f0-14c0d221c31a" providerId="ADAL" clId="{08F91563-EC9C-6E4F-9C76-16A4DD33002B}" dt="2022-09-08T12:25:35.048" v="2435"/>
          <ac:spMkLst>
            <pc:docMk/>
            <pc:sldMk cId="2505971960" sldId="271"/>
            <ac:spMk id="4" creationId="{9D23169E-8E89-7442-7B38-0E49C5510AA8}"/>
          </ac:spMkLst>
        </pc:spChg>
      </pc:sldChg>
      <pc:sldChg chg="addSp modSp mod">
        <pc:chgData name="Craig Alexander" userId="cbab3422-1701-47c9-a4f0-14c0d221c31a" providerId="ADAL" clId="{08F91563-EC9C-6E4F-9C76-16A4DD33002B}" dt="2022-09-12T17:29:42.739" v="2735"/>
        <pc:sldMkLst>
          <pc:docMk/>
          <pc:sldMk cId="2757844503" sldId="273"/>
        </pc:sldMkLst>
        <pc:spChg chg="mod">
          <ac:chgData name="Craig Alexander" userId="cbab3422-1701-47c9-a4f0-14c0d221c31a" providerId="ADAL" clId="{08F91563-EC9C-6E4F-9C76-16A4DD33002B}" dt="2022-09-12T17:29:42.739" v="2735"/>
          <ac:spMkLst>
            <pc:docMk/>
            <pc:sldMk cId="2757844503" sldId="273"/>
            <ac:spMk id="2" creationId="{2344D414-281A-04DB-3747-5D2DE781FB80}"/>
          </ac:spMkLst>
        </pc:spChg>
        <pc:spChg chg="mod">
          <ac:chgData name="Craig Alexander" userId="cbab3422-1701-47c9-a4f0-14c0d221c31a" providerId="ADAL" clId="{08F91563-EC9C-6E4F-9C76-16A4DD33002B}" dt="2022-09-12T17:26:10.043" v="2696" actId="27636"/>
          <ac:spMkLst>
            <pc:docMk/>
            <pc:sldMk cId="2757844503" sldId="273"/>
            <ac:spMk id="3" creationId="{DBD0EAD6-A310-9417-839D-1C7F822CD659}"/>
          </ac:spMkLst>
        </pc:spChg>
        <pc:spChg chg="add mod">
          <ac:chgData name="Craig Alexander" userId="cbab3422-1701-47c9-a4f0-14c0d221c31a" providerId="ADAL" clId="{08F91563-EC9C-6E4F-9C76-16A4DD33002B}" dt="2022-09-12T17:26:28.750" v="2702" actId="27636"/>
          <ac:spMkLst>
            <pc:docMk/>
            <pc:sldMk cId="2757844503" sldId="273"/>
            <ac:spMk id="4" creationId="{631AB4AA-C376-E580-5F8B-7012941BAF75}"/>
          </ac:spMkLst>
        </pc:spChg>
      </pc:sldChg>
      <pc:sldChg chg="modSp mod">
        <pc:chgData name="Craig Alexander" userId="cbab3422-1701-47c9-a4f0-14c0d221c31a" providerId="ADAL" clId="{08F91563-EC9C-6E4F-9C76-16A4DD33002B}" dt="2022-09-12T17:27:34.408" v="2707"/>
        <pc:sldMkLst>
          <pc:docMk/>
          <pc:sldMk cId="2932663827" sldId="275"/>
        </pc:sldMkLst>
        <pc:spChg chg="mod">
          <ac:chgData name="Craig Alexander" userId="cbab3422-1701-47c9-a4f0-14c0d221c31a" providerId="ADAL" clId="{08F91563-EC9C-6E4F-9C76-16A4DD33002B}" dt="2022-09-12T17:27:22.296" v="2705" actId="27636"/>
          <ac:spMkLst>
            <pc:docMk/>
            <pc:sldMk cId="2932663827" sldId="275"/>
            <ac:spMk id="2" creationId="{BD299FAD-1A58-5F0A-6277-6447C13CBAF2}"/>
          </ac:spMkLst>
        </pc:spChg>
        <pc:spChg chg="mod">
          <ac:chgData name="Craig Alexander" userId="cbab3422-1701-47c9-a4f0-14c0d221c31a" providerId="ADAL" clId="{08F91563-EC9C-6E4F-9C76-16A4DD33002B}" dt="2022-09-12T17:27:34.408" v="2707"/>
          <ac:spMkLst>
            <pc:docMk/>
            <pc:sldMk cId="2932663827" sldId="275"/>
            <ac:spMk id="3" creationId="{74A105FD-3906-1289-E2AF-5AA37F254EAD}"/>
          </ac:spMkLst>
        </pc:spChg>
      </pc:sldChg>
      <pc:sldChg chg="addSp delSp modSp mod">
        <pc:chgData name="Craig Alexander" userId="cbab3422-1701-47c9-a4f0-14c0d221c31a" providerId="ADAL" clId="{08F91563-EC9C-6E4F-9C76-16A4DD33002B}" dt="2022-09-12T17:28:10.312" v="2709"/>
        <pc:sldMkLst>
          <pc:docMk/>
          <pc:sldMk cId="3387424729" sldId="276"/>
        </pc:sldMkLst>
        <pc:spChg chg="mod">
          <ac:chgData name="Craig Alexander" userId="cbab3422-1701-47c9-a4f0-14c0d221c31a" providerId="ADAL" clId="{08F91563-EC9C-6E4F-9C76-16A4DD33002B}" dt="2022-09-12T17:28:10.312" v="2709"/>
          <ac:spMkLst>
            <pc:docMk/>
            <pc:sldMk cId="3387424729" sldId="276"/>
            <ac:spMk id="2" creationId="{8889720F-5872-DEAC-061D-107827C66916}"/>
          </ac:spMkLst>
        </pc:spChg>
        <pc:spChg chg="mod">
          <ac:chgData name="Craig Alexander" userId="cbab3422-1701-47c9-a4f0-14c0d221c31a" providerId="ADAL" clId="{08F91563-EC9C-6E4F-9C76-16A4DD33002B}" dt="2022-09-12T17:12:08.020" v="2552" actId="14100"/>
          <ac:spMkLst>
            <pc:docMk/>
            <pc:sldMk cId="3387424729" sldId="276"/>
            <ac:spMk id="3" creationId="{94744171-025C-D8A2-CAA6-08F9E5E619ED}"/>
          </ac:spMkLst>
        </pc:spChg>
        <pc:spChg chg="add mod">
          <ac:chgData name="Craig Alexander" userId="cbab3422-1701-47c9-a4f0-14c0d221c31a" providerId="ADAL" clId="{08F91563-EC9C-6E4F-9C76-16A4DD33002B}" dt="2022-09-12T17:12:45.037" v="2559" actId="20577"/>
          <ac:spMkLst>
            <pc:docMk/>
            <pc:sldMk cId="3387424729" sldId="276"/>
            <ac:spMk id="4" creationId="{3EFEA65D-6BB2-516C-8175-6A58B4A90505}"/>
          </ac:spMkLst>
        </pc:spChg>
        <pc:picChg chg="del">
          <ac:chgData name="Craig Alexander" userId="cbab3422-1701-47c9-a4f0-14c0d221c31a" providerId="ADAL" clId="{08F91563-EC9C-6E4F-9C76-16A4DD33002B}" dt="2022-09-06T11:32:23.147" v="127" actId="478"/>
          <ac:picMkLst>
            <pc:docMk/>
            <pc:sldMk cId="3387424729" sldId="276"/>
            <ac:picMk id="4" creationId="{7BD5BE7B-B411-335E-2DF5-9576D122813E}"/>
          </ac:picMkLst>
        </pc:picChg>
      </pc:sldChg>
      <pc:sldChg chg="addSp modSp mod">
        <pc:chgData name="Craig Alexander" userId="cbab3422-1701-47c9-a4f0-14c0d221c31a" providerId="ADAL" clId="{08F91563-EC9C-6E4F-9C76-16A4DD33002B}" dt="2022-09-12T17:29:19.728" v="2729"/>
        <pc:sldMkLst>
          <pc:docMk/>
          <pc:sldMk cId="1454477504" sldId="277"/>
        </pc:sldMkLst>
        <pc:spChg chg="mod">
          <ac:chgData name="Craig Alexander" userId="cbab3422-1701-47c9-a4f0-14c0d221c31a" providerId="ADAL" clId="{08F91563-EC9C-6E4F-9C76-16A4DD33002B}" dt="2022-09-12T17:29:19.728" v="2729"/>
          <ac:spMkLst>
            <pc:docMk/>
            <pc:sldMk cId="1454477504" sldId="277"/>
            <ac:spMk id="2" creationId="{014F1E3A-0286-EFD7-7979-11A989E6589F}"/>
          </ac:spMkLst>
        </pc:spChg>
        <pc:spChg chg="mod">
          <ac:chgData name="Craig Alexander" userId="cbab3422-1701-47c9-a4f0-14c0d221c31a" providerId="ADAL" clId="{08F91563-EC9C-6E4F-9C76-16A4DD33002B}" dt="2022-09-12T17:24:31.243" v="2676" actId="27636"/>
          <ac:spMkLst>
            <pc:docMk/>
            <pc:sldMk cId="1454477504" sldId="277"/>
            <ac:spMk id="3" creationId="{9A4FBC77-5226-9FE1-7A3F-90D48B8EBA5D}"/>
          </ac:spMkLst>
        </pc:spChg>
        <pc:spChg chg="add mod">
          <ac:chgData name="Craig Alexander" userId="cbab3422-1701-47c9-a4f0-14c0d221c31a" providerId="ADAL" clId="{08F91563-EC9C-6E4F-9C76-16A4DD33002B}" dt="2022-09-12T17:24:50.390" v="2680" actId="27636"/>
          <ac:spMkLst>
            <pc:docMk/>
            <pc:sldMk cId="1454477504" sldId="277"/>
            <ac:spMk id="4" creationId="{0CA14F8F-F06C-2647-6759-8BCBBF3132E3}"/>
          </ac:spMkLst>
        </pc:spChg>
      </pc:sldChg>
      <pc:sldChg chg="addSp modSp add mod">
        <pc:chgData name="Craig Alexander" userId="cbab3422-1701-47c9-a4f0-14c0d221c31a" providerId="ADAL" clId="{08F91563-EC9C-6E4F-9C76-16A4DD33002B}" dt="2022-09-12T17:28:58.739" v="2723"/>
        <pc:sldMkLst>
          <pc:docMk/>
          <pc:sldMk cId="3968235632" sldId="278"/>
        </pc:sldMkLst>
        <pc:spChg chg="mod">
          <ac:chgData name="Craig Alexander" userId="cbab3422-1701-47c9-a4f0-14c0d221c31a" providerId="ADAL" clId="{08F91563-EC9C-6E4F-9C76-16A4DD33002B}" dt="2022-09-12T17:28:58.739" v="2723"/>
          <ac:spMkLst>
            <pc:docMk/>
            <pc:sldMk cId="3968235632" sldId="278"/>
            <ac:spMk id="2" creationId="{53776E55-3638-0729-0197-38540D259C75}"/>
          </ac:spMkLst>
        </pc:spChg>
        <pc:spChg chg="add mod">
          <ac:chgData name="Craig Alexander" userId="cbab3422-1701-47c9-a4f0-14c0d221c31a" providerId="ADAL" clId="{08F91563-EC9C-6E4F-9C76-16A4DD33002B}" dt="2022-09-12T17:21:38.162" v="2662" actId="14100"/>
          <ac:spMkLst>
            <pc:docMk/>
            <pc:sldMk cId="3968235632" sldId="278"/>
            <ac:spMk id="3" creationId="{574CDF7F-2254-57E6-3917-9C2782531E15}"/>
          </ac:spMkLst>
        </pc:spChg>
        <pc:spChg chg="mod">
          <ac:chgData name="Craig Alexander" userId="cbab3422-1701-47c9-a4f0-14c0d221c31a" providerId="ADAL" clId="{08F91563-EC9C-6E4F-9C76-16A4DD33002B}" dt="2022-09-12T17:20:45.942" v="2653" actId="14100"/>
          <ac:spMkLst>
            <pc:docMk/>
            <pc:sldMk cId="3968235632" sldId="278"/>
            <ac:spMk id="8" creationId="{906ED9AE-6AAC-249A-F29D-A6E68CC00593}"/>
          </ac:spMkLst>
        </pc:spChg>
      </pc:sldChg>
      <pc:sldChg chg="add del">
        <pc:chgData name="Craig Alexander" userId="cbab3422-1701-47c9-a4f0-14c0d221c31a" providerId="ADAL" clId="{08F91563-EC9C-6E4F-9C76-16A4DD33002B}" dt="2022-09-08T11:59:50.257" v="1690" actId="2696"/>
        <pc:sldMkLst>
          <pc:docMk/>
          <pc:sldMk cId="3972729646" sldId="278"/>
        </pc:sldMkLst>
      </pc:sldChg>
      <pc:sldChg chg="modSp add mod">
        <pc:chgData name="Craig Alexander" userId="cbab3422-1701-47c9-a4f0-14c0d221c31a" providerId="ADAL" clId="{08F91563-EC9C-6E4F-9C76-16A4DD33002B}" dt="2022-09-12T17:30:01.772" v="2738"/>
        <pc:sldMkLst>
          <pc:docMk/>
          <pc:sldMk cId="1572578675" sldId="279"/>
        </pc:sldMkLst>
        <pc:spChg chg="mod">
          <ac:chgData name="Craig Alexander" userId="cbab3422-1701-47c9-a4f0-14c0d221c31a" providerId="ADAL" clId="{08F91563-EC9C-6E4F-9C76-16A4DD33002B}" dt="2022-09-12T17:30:01.772" v="2738"/>
          <ac:spMkLst>
            <pc:docMk/>
            <pc:sldMk cId="1572578675" sldId="279"/>
            <ac:spMk id="2" creationId="{2344D414-281A-04DB-3747-5D2DE781FB80}"/>
          </ac:spMkLst>
        </pc:spChg>
        <pc:spChg chg="mod">
          <ac:chgData name="Craig Alexander" userId="cbab3422-1701-47c9-a4f0-14c0d221c31a" providerId="ADAL" clId="{08F91563-EC9C-6E4F-9C76-16A4DD33002B}" dt="2022-09-08T12:30:18.569" v="2533" actId="20577"/>
          <ac:spMkLst>
            <pc:docMk/>
            <pc:sldMk cId="1572578675" sldId="279"/>
            <ac:spMk id="3" creationId="{DBD0EAD6-A310-9417-839D-1C7F822CD659}"/>
          </ac:spMkLst>
        </pc:spChg>
      </pc:sldChg>
    </pc:docChg>
  </pc:docChgLst>
  <pc:docChgLst>
    <pc:chgData name="Craig Alexander" userId="cbab3422-1701-47c9-a4f0-14c0d221c31a" providerId="ADAL" clId="{ADF63B2F-2444-594F-BFD2-A9031E26D9F4}"/>
    <pc:docChg chg="custSel delSld modSld">
      <pc:chgData name="Craig Alexander" userId="cbab3422-1701-47c9-a4f0-14c0d221c31a" providerId="ADAL" clId="{ADF63B2F-2444-594F-BFD2-A9031E26D9F4}" dt="2022-08-31T16:34:18.226" v="61" actId="255"/>
      <pc:docMkLst>
        <pc:docMk/>
      </pc:docMkLst>
      <pc:sldChg chg="modSp mod">
        <pc:chgData name="Craig Alexander" userId="cbab3422-1701-47c9-a4f0-14c0d221c31a" providerId="ADAL" clId="{ADF63B2F-2444-594F-BFD2-A9031E26D9F4}" dt="2022-08-30T15:13:43.730" v="0" actId="313"/>
        <pc:sldMkLst>
          <pc:docMk/>
          <pc:sldMk cId="1376347763" sldId="256"/>
        </pc:sldMkLst>
        <pc:spChg chg="mod">
          <ac:chgData name="Craig Alexander" userId="cbab3422-1701-47c9-a4f0-14c0d221c31a" providerId="ADAL" clId="{ADF63B2F-2444-594F-BFD2-A9031E26D9F4}" dt="2022-08-30T15:13:43.730" v="0" actId="313"/>
          <ac:spMkLst>
            <pc:docMk/>
            <pc:sldMk cId="1376347763" sldId="256"/>
            <ac:spMk id="2" creationId="{BD299FAD-1A58-5F0A-6277-6447C13CBAF2}"/>
          </ac:spMkLst>
        </pc:spChg>
      </pc:sldChg>
      <pc:sldChg chg="modSp mod">
        <pc:chgData name="Craig Alexander" userId="cbab3422-1701-47c9-a4f0-14c0d221c31a" providerId="ADAL" clId="{ADF63B2F-2444-594F-BFD2-A9031E26D9F4}" dt="2022-08-31T16:27:02.885" v="5" actId="20577"/>
        <pc:sldMkLst>
          <pc:docMk/>
          <pc:sldMk cId="2280224747" sldId="258"/>
        </pc:sldMkLst>
        <pc:spChg chg="mod">
          <ac:chgData name="Craig Alexander" userId="cbab3422-1701-47c9-a4f0-14c0d221c31a" providerId="ADAL" clId="{ADF63B2F-2444-594F-BFD2-A9031E26D9F4}" dt="2022-08-31T16:27:02.885" v="5" actId="20577"/>
          <ac:spMkLst>
            <pc:docMk/>
            <pc:sldMk cId="2280224747" sldId="258"/>
            <ac:spMk id="3" creationId="{3AE8A93E-27F4-1742-6C8B-E4C47806C278}"/>
          </ac:spMkLst>
        </pc:spChg>
      </pc:sldChg>
      <pc:sldChg chg="modSp mod">
        <pc:chgData name="Craig Alexander" userId="cbab3422-1701-47c9-a4f0-14c0d221c31a" providerId="ADAL" clId="{ADF63B2F-2444-594F-BFD2-A9031E26D9F4}" dt="2022-08-31T16:28:15.230" v="14" actId="20577"/>
        <pc:sldMkLst>
          <pc:docMk/>
          <pc:sldMk cId="1053634146" sldId="261"/>
        </pc:sldMkLst>
        <pc:spChg chg="mod">
          <ac:chgData name="Craig Alexander" userId="cbab3422-1701-47c9-a4f0-14c0d221c31a" providerId="ADAL" clId="{ADF63B2F-2444-594F-BFD2-A9031E26D9F4}" dt="2022-08-31T16:28:15.230" v="14" actId="20577"/>
          <ac:spMkLst>
            <pc:docMk/>
            <pc:sldMk cId="1053634146" sldId="261"/>
            <ac:spMk id="3" creationId="{411EE78E-119B-A48D-F55D-BF66A2494C54}"/>
          </ac:spMkLst>
        </pc:spChg>
      </pc:sldChg>
      <pc:sldChg chg="del">
        <pc:chgData name="Craig Alexander" userId="cbab3422-1701-47c9-a4f0-14c0d221c31a" providerId="ADAL" clId="{ADF63B2F-2444-594F-BFD2-A9031E26D9F4}" dt="2022-08-31T16:28:31.077" v="15" actId="2696"/>
        <pc:sldMkLst>
          <pc:docMk/>
          <pc:sldMk cId="364200640" sldId="262"/>
        </pc:sldMkLst>
      </pc:sldChg>
      <pc:sldChg chg="modSp mod">
        <pc:chgData name="Craig Alexander" userId="cbab3422-1701-47c9-a4f0-14c0d221c31a" providerId="ADAL" clId="{ADF63B2F-2444-594F-BFD2-A9031E26D9F4}" dt="2022-08-31T16:31:47.505" v="46" actId="27636"/>
        <pc:sldMkLst>
          <pc:docMk/>
          <pc:sldMk cId="2768814353" sldId="263"/>
        </pc:sldMkLst>
        <pc:spChg chg="mod">
          <ac:chgData name="Craig Alexander" userId="cbab3422-1701-47c9-a4f0-14c0d221c31a" providerId="ADAL" clId="{ADF63B2F-2444-594F-BFD2-A9031E26D9F4}" dt="2022-08-31T16:31:47.505" v="46" actId="27636"/>
          <ac:spMkLst>
            <pc:docMk/>
            <pc:sldMk cId="2768814353" sldId="263"/>
            <ac:spMk id="3" creationId="{87072473-2B3C-A9FB-C61D-92688D306BE7}"/>
          </ac:spMkLst>
        </pc:spChg>
      </pc:sldChg>
      <pc:sldChg chg="modSp mod">
        <pc:chgData name="Craig Alexander" userId="cbab3422-1701-47c9-a4f0-14c0d221c31a" providerId="ADAL" clId="{ADF63B2F-2444-594F-BFD2-A9031E26D9F4}" dt="2022-08-31T16:31:57.213" v="47" actId="1076"/>
        <pc:sldMkLst>
          <pc:docMk/>
          <pc:sldMk cId="3288161075" sldId="264"/>
        </pc:sldMkLst>
        <pc:spChg chg="mod">
          <ac:chgData name="Craig Alexander" userId="cbab3422-1701-47c9-a4f0-14c0d221c31a" providerId="ADAL" clId="{ADF63B2F-2444-594F-BFD2-A9031E26D9F4}" dt="2022-08-31T16:31:57.213" v="47" actId="1076"/>
          <ac:spMkLst>
            <pc:docMk/>
            <pc:sldMk cId="3288161075" sldId="264"/>
            <ac:spMk id="3" creationId="{87072473-2B3C-A9FB-C61D-92688D306BE7}"/>
          </ac:spMkLst>
        </pc:spChg>
      </pc:sldChg>
      <pc:sldChg chg="modSp mod">
        <pc:chgData name="Craig Alexander" userId="cbab3422-1701-47c9-a4f0-14c0d221c31a" providerId="ADAL" clId="{ADF63B2F-2444-594F-BFD2-A9031E26D9F4}" dt="2022-08-31T16:31:04.111" v="34" actId="255"/>
        <pc:sldMkLst>
          <pc:docMk/>
          <pc:sldMk cId="2879356640" sldId="269"/>
        </pc:sldMkLst>
        <pc:spChg chg="mod">
          <ac:chgData name="Craig Alexander" userId="cbab3422-1701-47c9-a4f0-14c0d221c31a" providerId="ADAL" clId="{ADF63B2F-2444-594F-BFD2-A9031E26D9F4}" dt="2022-08-31T16:31:04.111" v="34" actId="255"/>
          <ac:spMkLst>
            <pc:docMk/>
            <pc:sldMk cId="2879356640" sldId="269"/>
            <ac:spMk id="3" creationId="{CB740C7F-D13C-1C21-75A6-769FCDE35E7C}"/>
          </ac:spMkLst>
        </pc:spChg>
      </pc:sldChg>
      <pc:sldChg chg="modSp mod">
        <pc:chgData name="Craig Alexander" userId="cbab3422-1701-47c9-a4f0-14c0d221c31a" providerId="ADAL" clId="{ADF63B2F-2444-594F-BFD2-A9031E26D9F4}" dt="2022-08-31T16:33:27.452" v="57" actId="255"/>
        <pc:sldMkLst>
          <pc:docMk/>
          <pc:sldMk cId="257101642" sldId="270"/>
        </pc:sldMkLst>
        <pc:spChg chg="mod">
          <ac:chgData name="Craig Alexander" userId="cbab3422-1701-47c9-a4f0-14c0d221c31a" providerId="ADAL" clId="{ADF63B2F-2444-594F-BFD2-A9031E26D9F4}" dt="2022-08-31T16:33:27.452" v="57" actId="255"/>
          <ac:spMkLst>
            <pc:docMk/>
            <pc:sldMk cId="257101642" sldId="270"/>
            <ac:spMk id="3" creationId="{DBD0EAD6-A310-9417-839D-1C7F822CD659}"/>
          </ac:spMkLst>
        </pc:spChg>
      </pc:sldChg>
      <pc:sldChg chg="modSp mod">
        <pc:chgData name="Craig Alexander" userId="cbab3422-1701-47c9-a4f0-14c0d221c31a" providerId="ADAL" clId="{ADF63B2F-2444-594F-BFD2-A9031E26D9F4}" dt="2022-08-31T16:34:11.161" v="60" actId="255"/>
        <pc:sldMkLst>
          <pc:docMk/>
          <pc:sldMk cId="2505971960" sldId="271"/>
        </pc:sldMkLst>
        <pc:spChg chg="mod">
          <ac:chgData name="Craig Alexander" userId="cbab3422-1701-47c9-a4f0-14c0d221c31a" providerId="ADAL" clId="{ADF63B2F-2444-594F-BFD2-A9031E26D9F4}" dt="2022-08-31T16:34:11.161" v="60" actId="255"/>
          <ac:spMkLst>
            <pc:docMk/>
            <pc:sldMk cId="2505971960" sldId="271"/>
            <ac:spMk id="3" creationId="{DBD0EAD6-A310-9417-839D-1C7F822CD659}"/>
          </ac:spMkLst>
        </pc:spChg>
      </pc:sldChg>
      <pc:sldChg chg="modSp mod">
        <pc:chgData name="Craig Alexander" userId="cbab3422-1701-47c9-a4f0-14c0d221c31a" providerId="ADAL" clId="{ADF63B2F-2444-594F-BFD2-A9031E26D9F4}" dt="2022-08-31T16:34:18.226" v="61" actId="255"/>
        <pc:sldMkLst>
          <pc:docMk/>
          <pc:sldMk cId="2757844503" sldId="273"/>
        </pc:sldMkLst>
        <pc:spChg chg="mod">
          <ac:chgData name="Craig Alexander" userId="cbab3422-1701-47c9-a4f0-14c0d221c31a" providerId="ADAL" clId="{ADF63B2F-2444-594F-BFD2-A9031E26D9F4}" dt="2022-08-31T16:34:18.226" v="61" actId="255"/>
          <ac:spMkLst>
            <pc:docMk/>
            <pc:sldMk cId="2757844503" sldId="273"/>
            <ac:spMk id="3" creationId="{DBD0EAD6-A310-9417-839D-1C7F822CD659}"/>
          </ac:spMkLst>
        </pc:spChg>
      </pc:sldChg>
      <pc:sldChg chg="modSp mod">
        <pc:chgData name="Craig Alexander" userId="cbab3422-1701-47c9-a4f0-14c0d221c31a" providerId="ADAL" clId="{ADF63B2F-2444-594F-BFD2-A9031E26D9F4}" dt="2022-08-31T16:32:12.985" v="48" actId="255"/>
        <pc:sldMkLst>
          <pc:docMk/>
          <pc:sldMk cId="3387424729" sldId="276"/>
        </pc:sldMkLst>
        <pc:spChg chg="mod">
          <ac:chgData name="Craig Alexander" userId="cbab3422-1701-47c9-a4f0-14c0d221c31a" providerId="ADAL" clId="{ADF63B2F-2444-594F-BFD2-A9031E26D9F4}" dt="2022-08-31T16:32:12.985" v="48" actId="255"/>
          <ac:spMkLst>
            <pc:docMk/>
            <pc:sldMk cId="3387424729" sldId="276"/>
            <ac:spMk id="3" creationId="{94744171-025C-D8A2-CAA6-08F9E5E619ED}"/>
          </ac:spMkLst>
        </pc:spChg>
      </pc:sldChg>
      <pc:sldChg chg="modSp mod">
        <pc:chgData name="Craig Alexander" userId="cbab3422-1701-47c9-a4f0-14c0d221c31a" providerId="ADAL" clId="{ADF63B2F-2444-594F-BFD2-A9031E26D9F4}" dt="2022-08-31T16:32:36.566" v="51" actId="113"/>
        <pc:sldMkLst>
          <pc:docMk/>
          <pc:sldMk cId="1454477504" sldId="277"/>
        </pc:sldMkLst>
        <pc:spChg chg="mod">
          <ac:chgData name="Craig Alexander" userId="cbab3422-1701-47c9-a4f0-14c0d221c31a" providerId="ADAL" clId="{ADF63B2F-2444-594F-BFD2-A9031E26D9F4}" dt="2022-08-31T16:32:36.566" v="51" actId="113"/>
          <ac:spMkLst>
            <pc:docMk/>
            <pc:sldMk cId="1454477504" sldId="277"/>
            <ac:spMk id="3" creationId="{9A4FBC77-5226-9FE1-7A3F-90D48B8EBA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64B4D-21BC-D240-A84D-513E7DAC2054}" type="datetimeFigureOut">
              <a:rPr lang="en-US" smtClean="0"/>
              <a:t>5/31/2023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77C44-B84B-E542-BF2D-6357B60562E8}" type="slidenum">
              <a:rPr lang="en-US" smtClean="0"/>
              <a:t>‹#›</a:t>
            </a:fld>
            <a:endParaRPr lang="en-US"/>
          </a:p>
        </p:txBody>
      </p:sp>
    </p:spTree>
    <p:extLst>
      <p:ext uri="{BB962C8B-B14F-4D97-AF65-F5344CB8AC3E}">
        <p14:creationId xmlns:p14="http://schemas.microsoft.com/office/powerpoint/2010/main" val="3580396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11</a:t>
            </a:fld>
            <a:endParaRPr lang="en-US"/>
          </a:p>
        </p:txBody>
      </p:sp>
    </p:spTree>
    <p:extLst>
      <p:ext uri="{BB962C8B-B14F-4D97-AF65-F5344CB8AC3E}">
        <p14:creationId xmlns:p14="http://schemas.microsoft.com/office/powerpoint/2010/main" val="3980854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12</a:t>
            </a:fld>
            <a:endParaRPr lang="en-US"/>
          </a:p>
        </p:txBody>
      </p:sp>
    </p:spTree>
    <p:extLst>
      <p:ext uri="{BB962C8B-B14F-4D97-AF65-F5344CB8AC3E}">
        <p14:creationId xmlns:p14="http://schemas.microsoft.com/office/powerpoint/2010/main" val="15084628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5/31/2023</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5/31/2023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5/31/2023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5/31/2023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5/31/2023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5/31/2023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p>
        </p:txBody>
      </p:sp>
    </p:spTree>
    <p:extLst>
      <p:ext uri="{BB962C8B-B14F-4D97-AF65-F5344CB8AC3E}">
        <p14:creationId xmlns:p14="http://schemas.microsoft.com/office/powerpoint/2010/main" val="3495354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5/31/2023</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 id="2147483669"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mailto:teachingstats@rss.org.uk"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16DCFC9-6877-407C-8170-608FCB8E35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F7D8B73A-1349-4BA6-8F85-03A21ED56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969ADA7C-B6B2-4FD7-AA5E-CC52AAE8CDB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6="http://schemas.microsoft.com/office/drawing/2014/main" xmlns:a14="http://schemas.microsoft.com/office/drawing/2010/main" xmlns:p14="http://schemas.microsoft.com/office/powerpoint/2010/main" xmlns="">
                  <a:solidFill>
                    <a:srgbClr val="FFFFFF"/>
                  </a:solidFill>
                </a14:hiddenFill>
              </a:ext>
            </a:extLst>
          </p:spPr>
        </p:pic>
      </p:grpSp>
      <p:pic>
        <p:nvPicPr>
          <p:cNvPr id="5" name="Picture 4">
            <a:extLst>
              <a:ext uri="{FF2B5EF4-FFF2-40B4-BE49-F238E27FC236}">
                <a16:creationId xmlns:a16="http://schemas.microsoft.com/office/drawing/2014/main" id="{1461629F-3068-49C9-E960-F5172E7B48DF}"/>
              </a:ext>
            </a:extLst>
          </p:cNvPr>
          <p:cNvPicPr>
            <a:picLocks noChangeAspect="1"/>
          </p:cNvPicPr>
          <p:nvPr/>
        </p:nvPicPr>
        <p:blipFill rotWithShape="1">
          <a:blip r:embed="rId4">
            <a:alphaModFix/>
          </a:blip>
          <a:srcRect t="17389" b="5269"/>
          <a:stretch/>
        </p:blipFill>
        <p:spPr>
          <a:xfrm>
            <a:off x="3611" y="7678"/>
            <a:ext cx="12188389" cy="6857990"/>
          </a:xfrm>
          <a:prstGeom prst="rect">
            <a:avLst/>
          </a:prstGeom>
        </p:spPr>
      </p:pic>
      <p:grpSp>
        <p:nvGrpSpPr>
          <p:cNvPr id="14" name="Group 13">
            <a:extLst>
              <a:ext uri="{FF2B5EF4-FFF2-40B4-BE49-F238E27FC236}">
                <a16:creationId xmlns:a16="http://schemas.microsoft.com/office/drawing/2014/main" id="{89353FE7-0D03-4AD2-8B8A-60A06F6B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0C7A0320-FBCC-4F40-AF6E-CE65FFB3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550A26E4-02C9-4F83-A334-0920B8CCF2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06617CD6-4185-402B-8E23-BC527805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8" name="Freeform 33">
                <a:extLst>
                  <a:ext uri="{FF2B5EF4-FFF2-40B4-BE49-F238E27FC236}">
                    <a16:creationId xmlns:a16="http://schemas.microsoft.com/office/drawing/2014/main" id="{2C305CC9-3511-47F4-BF11-BC635C30C9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9" name="Freeform 34">
                <a:extLst>
                  <a:ext uri="{FF2B5EF4-FFF2-40B4-BE49-F238E27FC236}">
                    <a16:creationId xmlns:a16="http://schemas.microsoft.com/office/drawing/2014/main" id="{5C70C5D1-31E4-48B9-AEB6-6460A2B81F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0" name="Freeform 37">
                <a:extLst>
                  <a:ext uri="{FF2B5EF4-FFF2-40B4-BE49-F238E27FC236}">
                    <a16:creationId xmlns:a16="http://schemas.microsoft.com/office/drawing/2014/main" id="{1F033CE1-D380-43F1-81EC-97B6C86F3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1" name="Freeform 35">
                <a:extLst>
                  <a:ext uri="{FF2B5EF4-FFF2-40B4-BE49-F238E27FC236}">
                    <a16:creationId xmlns:a16="http://schemas.microsoft.com/office/drawing/2014/main" id="{6997F95D-DC27-48A3-850A-2308C3C08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2" name="Freeform 36">
                <a:extLst>
                  <a:ext uri="{FF2B5EF4-FFF2-40B4-BE49-F238E27FC236}">
                    <a16:creationId xmlns:a16="http://schemas.microsoft.com/office/drawing/2014/main" id="{569AE469-76B7-4FFE-B68B-0D7A77413F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3" name="Freeform 38">
                <a:extLst>
                  <a:ext uri="{FF2B5EF4-FFF2-40B4-BE49-F238E27FC236}">
                    <a16:creationId xmlns:a16="http://schemas.microsoft.com/office/drawing/2014/main" id="{DD99CF64-0E82-4D1A-BD2A-08942182F4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4" name="Freeform 39">
                <a:extLst>
                  <a:ext uri="{FF2B5EF4-FFF2-40B4-BE49-F238E27FC236}">
                    <a16:creationId xmlns:a16="http://schemas.microsoft.com/office/drawing/2014/main" id="{98C12D33-1747-4B24-89ED-F441AE4A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5" name="Freeform 40">
                <a:extLst>
                  <a:ext uri="{FF2B5EF4-FFF2-40B4-BE49-F238E27FC236}">
                    <a16:creationId xmlns:a16="http://schemas.microsoft.com/office/drawing/2014/main" id="{A60200CC-BAEC-4310-8C9B-F7BB783E98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6" name="Rectangle 41">
                <a:extLst>
                  <a:ext uri="{FF2B5EF4-FFF2-40B4-BE49-F238E27FC236}">
                    <a16:creationId xmlns:a16="http://schemas.microsoft.com/office/drawing/2014/main" id="{2A7F40BF-B0BE-4B09-87EE-F56632B7ED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sp>
            <p:nvSpPr>
              <p:cNvPr id="27" name="Freeform 32">
                <a:extLst>
                  <a:ext uri="{FF2B5EF4-FFF2-40B4-BE49-F238E27FC236}">
                    <a16:creationId xmlns:a16="http://schemas.microsoft.com/office/drawing/2014/main" id="{353978AF-8FB9-4A61-A2EA-1995A14F3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8" name="Freeform 33">
                <a:extLst>
                  <a:ext uri="{FF2B5EF4-FFF2-40B4-BE49-F238E27FC236}">
                    <a16:creationId xmlns:a16="http://schemas.microsoft.com/office/drawing/2014/main" id="{B20F89C3-4BAD-42AA-8D31-6F6DF17FE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9" name="Freeform 34">
                <a:extLst>
                  <a:ext uri="{FF2B5EF4-FFF2-40B4-BE49-F238E27FC236}">
                    <a16:creationId xmlns:a16="http://schemas.microsoft.com/office/drawing/2014/main" id="{A60FE276-3FF2-4622-BF99-D4E4B249E5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0" name="Freeform 37">
                <a:extLst>
                  <a:ext uri="{FF2B5EF4-FFF2-40B4-BE49-F238E27FC236}">
                    <a16:creationId xmlns:a16="http://schemas.microsoft.com/office/drawing/2014/main" id="{B05A0D3F-808B-48D6-A821-1FE9E86E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1" name="Freeform 35">
                <a:extLst>
                  <a:ext uri="{FF2B5EF4-FFF2-40B4-BE49-F238E27FC236}">
                    <a16:creationId xmlns:a16="http://schemas.microsoft.com/office/drawing/2014/main" id="{69F7D438-BAA0-4DAD-9BC5-198B677A7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2" name="Freeform 36">
                <a:extLst>
                  <a:ext uri="{FF2B5EF4-FFF2-40B4-BE49-F238E27FC236}">
                    <a16:creationId xmlns:a16="http://schemas.microsoft.com/office/drawing/2014/main" id="{EC63B186-43B8-4552-AFDB-A544240A7C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3" name="Freeform 38">
                <a:extLst>
                  <a:ext uri="{FF2B5EF4-FFF2-40B4-BE49-F238E27FC236}">
                    <a16:creationId xmlns:a16="http://schemas.microsoft.com/office/drawing/2014/main" id="{8542E82D-01AD-4BD8-8C5F-A6CDAD039B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4" name="Freeform 39">
                <a:extLst>
                  <a:ext uri="{FF2B5EF4-FFF2-40B4-BE49-F238E27FC236}">
                    <a16:creationId xmlns:a16="http://schemas.microsoft.com/office/drawing/2014/main" id="{6285CF32-2BD3-47D0-9A6C-3EE7FD639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5" name="Freeform 40">
                <a:extLst>
                  <a:ext uri="{FF2B5EF4-FFF2-40B4-BE49-F238E27FC236}">
                    <a16:creationId xmlns:a16="http://schemas.microsoft.com/office/drawing/2014/main" id="{FA36D129-7B33-4379-B9EE-5624B95766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6" name="Rectangle 41">
                <a:extLst>
                  <a:ext uri="{FF2B5EF4-FFF2-40B4-BE49-F238E27FC236}">
                    <a16:creationId xmlns:a16="http://schemas.microsoft.com/office/drawing/2014/main" id="{0229A187-4E69-4262-B001-C5F0B55225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grpSp>
      </p:grpSp>
      <p:sp>
        <p:nvSpPr>
          <p:cNvPr id="2" name="Title 1">
            <a:extLst>
              <a:ext uri="{FF2B5EF4-FFF2-40B4-BE49-F238E27FC236}">
                <a16:creationId xmlns:a16="http://schemas.microsoft.com/office/drawing/2014/main" id="{BD299FAD-1A58-5F0A-6277-6447C13CBAF2}"/>
              </a:ext>
            </a:extLst>
          </p:cNvPr>
          <p:cNvSpPr>
            <a:spLocks noGrp="1"/>
          </p:cNvSpPr>
          <p:nvPr>
            <p:ph type="ctrTitle"/>
          </p:nvPr>
        </p:nvSpPr>
        <p:spPr>
          <a:xfrm>
            <a:off x="2653374" y="2814376"/>
            <a:ext cx="6858000" cy="1367896"/>
          </a:xfrm>
        </p:spPr>
        <p:txBody>
          <a:bodyPr>
            <a:noAutofit/>
          </a:bodyPr>
          <a:lstStyle/>
          <a:p>
            <a:pPr algn="ctr"/>
            <a:r>
              <a:rPr lang="en-US" sz="3000"/>
              <a:t>Innovative approaches for teaching statistics in higher education</a:t>
            </a:r>
            <a:br>
              <a:rPr lang="en-US" sz="3000"/>
            </a:br>
            <a:br>
              <a:rPr lang="en-US" sz="2300"/>
            </a:br>
            <a:endParaRPr lang="en-US" sz="2300"/>
          </a:p>
        </p:txBody>
      </p:sp>
      <p:sp>
        <p:nvSpPr>
          <p:cNvPr id="3" name="Subtitle 2">
            <a:extLst>
              <a:ext uri="{FF2B5EF4-FFF2-40B4-BE49-F238E27FC236}">
                <a16:creationId xmlns:a16="http://schemas.microsoft.com/office/drawing/2014/main" id="{74A105FD-3906-1289-E2AF-5AA37F254EAD}"/>
              </a:ext>
            </a:extLst>
          </p:cNvPr>
          <p:cNvSpPr>
            <a:spLocks noGrp="1"/>
          </p:cNvSpPr>
          <p:nvPr>
            <p:ph type="subTitle" idx="1"/>
          </p:nvPr>
        </p:nvSpPr>
        <p:spPr>
          <a:xfrm>
            <a:off x="2667000" y="4043624"/>
            <a:ext cx="6857999" cy="953029"/>
          </a:xfrm>
        </p:spPr>
        <p:txBody>
          <a:bodyPr>
            <a:normAutofit/>
          </a:bodyPr>
          <a:lstStyle/>
          <a:p>
            <a:pPr algn="ctr"/>
            <a:r>
              <a:rPr lang="en-US"/>
              <a:t>Craig Alexander &amp; Eilidh Jack (University of Glasgow)</a:t>
            </a:r>
          </a:p>
        </p:txBody>
      </p:sp>
    </p:spTree>
    <p:extLst>
      <p:ext uri="{BB962C8B-B14F-4D97-AF65-F5344CB8AC3E}">
        <p14:creationId xmlns:p14="http://schemas.microsoft.com/office/powerpoint/2010/main" val="1376347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064418" y="2145040"/>
            <a:ext cx="10059987" cy="4142393"/>
          </a:xfrm>
        </p:spPr>
        <p:txBody>
          <a:bodyPr>
            <a:normAutofit lnSpcReduction="10000"/>
          </a:bodyPr>
          <a:lstStyle/>
          <a:p>
            <a:pPr marL="0" indent="0">
              <a:buNone/>
            </a:pPr>
            <a:endParaRPr lang="en-GB" sz="2200"/>
          </a:p>
          <a:p>
            <a:pPr lvl="1"/>
            <a:r>
              <a:rPr lang="en-GB" sz="2200"/>
              <a:t>Statistics as a discipline is ever evolving. Our teaching methods should also reflect this changing environment. </a:t>
            </a:r>
          </a:p>
          <a:p>
            <a:pPr lvl="1"/>
            <a:endParaRPr lang="en-GB" sz="2200"/>
          </a:p>
          <a:p>
            <a:pPr lvl="1"/>
            <a:r>
              <a:rPr lang="en-GB" sz="2200"/>
              <a:t>Pedagogical advances over the recent decades allow us to expand our teaching beyond the classic classroom lecture.</a:t>
            </a:r>
          </a:p>
          <a:p>
            <a:pPr lvl="1"/>
            <a:endParaRPr lang="en-GB" sz="2200"/>
          </a:p>
          <a:p>
            <a:pPr lvl="1"/>
            <a:r>
              <a:rPr lang="en-GB" sz="2200"/>
              <a:t>Technology assisted learning has also improved greatly over the past years, allowing the facilitation of several teaching aids and online learning.</a:t>
            </a:r>
            <a:br>
              <a:rPr lang="en-GB" sz="2200" b="1"/>
            </a:br>
            <a:endParaRPr lang="en-GB" sz="2200"/>
          </a:p>
          <a:p>
            <a:pPr marL="457200" lvl="1" indent="0">
              <a:buNone/>
            </a:pPr>
            <a:endParaRPr lang="en-GB"/>
          </a:p>
          <a:p>
            <a:endParaRPr lang="en-US"/>
          </a:p>
        </p:txBody>
      </p:sp>
    </p:spTree>
    <p:extLst>
      <p:ext uri="{BB962C8B-B14F-4D97-AF65-F5344CB8AC3E}">
        <p14:creationId xmlns:p14="http://schemas.microsoft.com/office/powerpoint/2010/main" val="3387424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2" y="2097088"/>
            <a:ext cx="9905997" cy="4142393"/>
          </a:xfrm>
        </p:spPr>
        <p:txBody>
          <a:bodyPr>
            <a:normAutofit/>
          </a:bodyPr>
          <a:lstStyle/>
          <a:p>
            <a:pPr marL="0" indent="0">
              <a:buNone/>
            </a:pPr>
            <a:endParaRPr lang="en-GB" sz="2200"/>
          </a:p>
          <a:p>
            <a:pPr lvl="1"/>
            <a:r>
              <a:rPr lang="en-GB" sz="2200"/>
              <a:t>These advances not only apply to our teaching delivery but can be incorporated into a variety of assessment styles.</a:t>
            </a:r>
          </a:p>
          <a:p>
            <a:pPr lvl="1"/>
            <a:endParaRPr lang="en-GB" sz="2200" b="1"/>
          </a:p>
          <a:p>
            <a:pPr lvl="1"/>
            <a:r>
              <a:rPr lang="en-GB" sz="2200"/>
              <a:t>In this talk, we will consider several case studies from courses at the University of Glasgow which implement modern teaching methods as part of their delivery.</a:t>
            </a:r>
            <a:br>
              <a:rPr lang="en-GB" sz="2200" b="1"/>
            </a:br>
            <a:endParaRPr lang="en-GB" sz="2200"/>
          </a:p>
          <a:p>
            <a:pPr marL="457200" lvl="1" indent="0">
              <a:buNone/>
            </a:pPr>
            <a:endParaRPr lang="en-GB"/>
          </a:p>
          <a:p>
            <a:endParaRPr lang="en-US"/>
          </a:p>
        </p:txBody>
      </p:sp>
    </p:spTree>
    <p:extLst>
      <p:ext uri="{BB962C8B-B14F-4D97-AF65-F5344CB8AC3E}">
        <p14:creationId xmlns:p14="http://schemas.microsoft.com/office/powerpoint/2010/main" val="282735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Case study 1– Data Analysis Skills</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2" y="2097088"/>
            <a:ext cx="10085387" cy="4142393"/>
          </a:xfrm>
        </p:spPr>
        <p:txBody>
          <a:bodyPr>
            <a:normAutofit lnSpcReduction="10000"/>
          </a:bodyPr>
          <a:lstStyle/>
          <a:p>
            <a:pPr marL="0" indent="0">
              <a:buNone/>
            </a:pPr>
            <a:endParaRPr lang="en-GB" sz="2200"/>
          </a:p>
          <a:p>
            <a:pPr lvl="1"/>
            <a:r>
              <a:rPr lang="en-GB" sz="2200"/>
              <a:t>An M-level skills-based course covering modern techniques in data analysis and soft skills in presentation and report writing. </a:t>
            </a:r>
          </a:p>
          <a:p>
            <a:pPr lvl="1"/>
            <a:endParaRPr lang="en-GB" sz="2200"/>
          </a:p>
          <a:p>
            <a:pPr lvl="1"/>
            <a:r>
              <a:rPr lang="en-GB" sz="2200"/>
              <a:t>New techniques are introduced in the course, such as scraping data from the web and collaborative coding. </a:t>
            </a:r>
          </a:p>
          <a:p>
            <a:pPr lvl="1"/>
            <a:endParaRPr lang="en-GB" sz="2200" b="1"/>
          </a:p>
          <a:p>
            <a:pPr lvl="1"/>
            <a:r>
              <a:rPr lang="en-GB" sz="2200"/>
              <a:t>Course is delivered as a flipped classroom: students are provided the materials at the beginning of the week, then come to the classroom to review and practice.</a:t>
            </a:r>
            <a:br>
              <a:rPr lang="en-GB" sz="2200" b="1"/>
            </a:br>
            <a:endParaRPr lang="en-GB" sz="2200"/>
          </a:p>
          <a:p>
            <a:pPr marL="457200" lvl="1" indent="0">
              <a:buNone/>
            </a:pPr>
            <a:endParaRPr lang="en-GB"/>
          </a:p>
          <a:p>
            <a:endParaRPr lang="en-US"/>
          </a:p>
        </p:txBody>
      </p:sp>
    </p:spTree>
    <p:extLst>
      <p:ext uri="{BB962C8B-B14F-4D97-AF65-F5344CB8AC3E}">
        <p14:creationId xmlns:p14="http://schemas.microsoft.com/office/powerpoint/2010/main" val="63932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Case study 1– Data Analysis Skills</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2" y="2097088"/>
            <a:ext cx="10085387" cy="4142393"/>
          </a:xfrm>
        </p:spPr>
        <p:txBody>
          <a:bodyPr>
            <a:normAutofit/>
          </a:bodyPr>
          <a:lstStyle/>
          <a:p>
            <a:pPr marL="0" indent="0">
              <a:buNone/>
            </a:pPr>
            <a:endParaRPr lang="en-GB" sz="2200"/>
          </a:p>
          <a:p>
            <a:pPr lvl="1"/>
            <a:r>
              <a:rPr lang="en-GB" sz="2200"/>
              <a:t>A flipped learning approach has several benefits:</a:t>
            </a:r>
          </a:p>
          <a:p>
            <a:pPr lvl="2"/>
            <a:r>
              <a:rPr lang="en-GB" sz="2000"/>
              <a:t>Students can learn at their own pace.</a:t>
            </a:r>
          </a:p>
          <a:p>
            <a:pPr lvl="2"/>
            <a:r>
              <a:rPr lang="en-GB" sz="2000"/>
              <a:t>More efficient as students enter the lecture room prepared.</a:t>
            </a:r>
          </a:p>
          <a:p>
            <a:pPr lvl="2"/>
            <a:r>
              <a:rPr lang="en-GB" sz="2000"/>
              <a:t>Makes lectures more enjoyable, productive and engaging. </a:t>
            </a:r>
          </a:p>
          <a:p>
            <a:pPr lvl="2"/>
            <a:r>
              <a:rPr lang="en-GB" sz="2000"/>
              <a:t>Doing exercises in class allows students to work together.</a:t>
            </a:r>
            <a:br>
              <a:rPr lang="en-GB" sz="2000" b="1"/>
            </a:br>
            <a:endParaRPr lang="en-GB" sz="2000"/>
          </a:p>
          <a:p>
            <a:pPr marL="457200" lvl="1" indent="0">
              <a:buNone/>
            </a:pPr>
            <a:endParaRPr lang="en-GB"/>
          </a:p>
          <a:p>
            <a:endParaRPr lang="en-US"/>
          </a:p>
        </p:txBody>
      </p:sp>
    </p:spTree>
    <p:extLst>
      <p:ext uri="{BB962C8B-B14F-4D97-AF65-F5344CB8AC3E}">
        <p14:creationId xmlns:p14="http://schemas.microsoft.com/office/powerpoint/2010/main" val="1474796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Case study 1– Data Analysis Skills</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2" y="2097088"/>
            <a:ext cx="10085387" cy="4142393"/>
          </a:xfrm>
        </p:spPr>
        <p:txBody>
          <a:bodyPr>
            <a:normAutofit fontScale="92500" lnSpcReduction="10000"/>
          </a:bodyPr>
          <a:lstStyle/>
          <a:p>
            <a:pPr marL="0" indent="0">
              <a:buNone/>
            </a:pPr>
            <a:endParaRPr lang="en-GB" sz="2200"/>
          </a:p>
          <a:p>
            <a:pPr lvl="1"/>
            <a:r>
              <a:rPr lang="en-GB" sz="2200"/>
              <a:t>Lectures consist of a short review of materials followed by in-class exercises, using a mixture of individual and group-based activities. Tools such as </a:t>
            </a:r>
            <a:r>
              <a:rPr lang="en-GB" sz="2200" err="1"/>
              <a:t>Mentimeter</a:t>
            </a:r>
            <a:r>
              <a:rPr lang="en-GB" sz="2200"/>
              <a:t> allow for real-time voting for questions in class. </a:t>
            </a:r>
          </a:p>
          <a:p>
            <a:pPr marL="457200" lvl="1" indent="0">
              <a:buNone/>
            </a:pPr>
            <a:endParaRPr lang="en-GB" sz="2200" b="1"/>
          </a:p>
          <a:p>
            <a:pPr lvl="1"/>
            <a:r>
              <a:rPr lang="en-GB" sz="2200"/>
              <a:t>A mixture of assessment styles are used within the course, including group-based activities which facilitate project-based and collaborative learning.</a:t>
            </a:r>
          </a:p>
          <a:p>
            <a:pPr lvl="1"/>
            <a:endParaRPr lang="en-GB" sz="2200" b="1"/>
          </a:p>
          <a:p>
            <a:pPr lvl="1"/>
            <a:r>
              <a:rPr lang="en-GB" sz="2200"/>
              <a:t>Group projects typically involve a data analysis project with a verbal presentation and incorporate tools such as collaborative coding.</a:t>
            </a:r>
            <a:br>
              <a:rPr lang="en-GB" sz="2200" b="1"/>
            </a:br>
            <a:endParaRPr lang="en-GB" sz="2200"/>
          </a:p>
          <a:p>
            <a:pPr marL="457200" lvl="1" indent="0">
              <a:buNone/>
            </a:pPr>
            <a:endParaRPr lang="en-GB"/>
          </a:p>
          <a:p>
            <a:endParaRPr lang="en-US"/>
          </a:p>
        </p:txBody>
      </p:sp>
    </p:spTree>
    <p:extLst>
      <p:ext uri="{BB962C8B-B14F-4D97-AF65-F5344CB8AC3E}">
        <p14:creationId xmlns:p14="http://schemas.microsoft.com/office/powerpoint/2010/main" val="2874183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Case study 1– Peer review</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2" y="2097088"/>
            <a:ext cx="10085387" cy="4142393"/>
          </a:xfrm>
        </p:spPr>
        <p:txBody>
          <a:bodyPr>
            <a:normAutofit/>
          </a:bodyPr>
          <a:lstStyle/>
          <a:p>
            <a:pPr marL="0" indent="0">
              <a:buNone/>
            </a:pPr>
            <a:endParaRPr lang="en-GB" sz="2200"/>
          </a:p>
          <a:p>
            <a:pPr lvl="1"/>
            <a:r>
              <a:rPr lang="en-GB" sz="2200"/>
              <a:t>Peer review is an active learning tool which allows students to provide feedback on their peers work. </a:t>
            </a:r>
          </a:p>
          <a:p>
            <a:pPr marL="457200" lvl="1" indent="0">
              <a:buNone/>
            </a:pPr>
            <a:endParaRPr lang="en-GB" sz="2200"/>
          </a:p>
          <a:p>
            <a:pPr lvl="1"/>
            <a:r>
              <a:rPr lang="en-GB" sz="2200"/>
              <a:t>It has several learning benefits such as internal feedback, critical thinking and problem solving.</a:t>
            </a:r>
          </a:p>
          <a:p>
            <a:pPr lvl="1"/>
            <a:endParaRPr lang="en-GB" sz="2200"/>
          </a:p>
          <a:p>
            <a:pPr lvl="1"/>
            <a:r>
              <a:rPr lang="en-GB" sz="2200"/>
              <a:t>Peer review is a tool that is not often used within statistics education.</a:t>
            </a:r>
            <a:br>
              <a:rPr lang="en-GB" sz="2200" b="1"/>
            </a:br>
            <a:endParaRPr lang="en-GB" sz="2200"/>
          </a:p>
          <a:p>
            <a:pPr marL="457200" lvl="1" indent="0">
              <a:buNone/>
            </a:pPr>
            <a:endParaRPr lang="en-GB"/>
          </a:p>
          <a:p>
            <a:endParaRPr lang="en-US"/>
          </a:p>
        </p:txBody>
      </p:sp>
    </p:spTree>
    <p:extLst>
      <p:ext uri="{BB962C8B-B14F-4D97-AF65-F5344CB8AC3E}">
        <p14:creationId xmlns:p14="http://schemas.microsoft.com/office/powerpoint/2010/main" val="231042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a:t>Case study 1– Peer review</a:t>
            </a:r>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3" y="2097088"/>
            <a:ext cx="5667012" cy="4142393"/>
          </a:xfrm>
        </p:spPr>
        <p:txBody>
          <a:bodyPr>
            <a:normAutofit fontScale="92500" lnSpcReduction="10000"/>
          </a:bodyPr>
          <a:lstStyle/>
          <a:p>
            <a:pPr marL="0" indent="0">
              <a:buNone/>
            </a:pPr>
            <a:endParaRPr lang="en-GB" sz="2200"/>
          </a:p>
          <a:p>
            <a:pPr lvl="1"/>
            <a:r>
              <a:rPr lang="en-GB" sz="2200"/>
              <a:t>The activity involves students sourcing and scraping their own data and constructing a research question and statistical analysis plan.</a:t>
            </a:r>
          </a:p>
          <a:p>
            <a:pPr marL="457200" lvl="1" indent="0">
              <a:buNone/>
            </a:pPr>
            <a:endParaRPr lang="en-GB" sz="2200"/>
          </a:p>
          <a:p>
            <a:pPr lvl="1"/>
            <a:r>
              <a:rPr lang="en-GB" sz="2200"/>
              <a:t>Students then submit their work via a peer review platform (e.g., </a:t>
            </a:r>
            <a:r>
              <a:rPr lang="en-GB" sz="2200" err="1"/>
              <a:t>Aropa</a:t>
            </a:r>
            <a:r>
              <a:rPr lang="en-GB" sz="2200"/>
              <a:t>) and are assigned fellow students work to review using a rubric provided by the course lecturer.</a:t>
            </a:r>
          </a:p>
          <a:p>
            <a:pPr marL="457200" lvl="1" indent="0">
              <a:buNone/>
            </a:pPr>
            <a:br>
              <a:rPr lang="en-GB" sz="2200" b="1"/>
            </a:br>
            <a:endParaRPr lang="en-GB" sz="2200"/>
          </a:p>
          <a:p>
            <a:pPr marL="457200" lvl="1" indent="0">
              <a:buNone/>
            </a:pPr>
            <a:endParaRPr lang="en-GB"/>
          </a:p>
          <a:p>
            <a:endParaRPr lang="en-US"/>
          </a:p>
        </p:txBody>
      </p:sp>
      <p:pic>
        <p:nvPicPr>
          <p:cNvPr id="1026" name="Picture 2" descr="Aropä: Peer Review made Easy">
            <a:extLst>
              <a:ext uri="{FF2B5EF4-FFF2-40B4-BE49-F238E27FC236}">
                <a16:creationId xmlns:a16="http://schemas.microsoft.com/office/drawing/2014/main" id="{5D967379-53A3-BC63-F2F6-3B5860B1C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1287" y="3107889"/>
            <a:ext cx="2912335" cy="1478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44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a:t>Case study 1 – peer review</a:t>
            </a:r>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2" y="2249487"/>
            <a:ext cx="10517187" cy="3541714"/>
          </a:xfrm>
        </p:spPr>
        <p:txBody>
          <a:bodyPr>
            <a:normAutofit fontScale="92500" lnSpcReduction="10000"/>
          </a:bodyPr>
          <a:lstStyle/>
          <a:p>
            <a:r>
              <a:rPr lang="en-GB"/>
              <a:t>A small study was conducted into students' perceptions of peer review (Low et al., 2022) in terms of their perceived learning.</a:t>
            </a:r>
          </a:p>
          <a:p>
            <a:r>
              <a:rPr lang="en-GB"/>
              <a:t>From the survey, students felt the exercise contributed to their learning experience, particularly comparing peers work against their own &amp; contributing moderately over what a teacher could provide. </a:t>
            </a:r>
          </a:p>
          <a:p>
            <a:r>
              <a:rPr lang="en-GB"/>
              <a:t>In the open questions at the end of the questionnaire, several students mentioned that it would be helpful to have seen the teacher’s feedback on the same piece of work to allow them to compare with the feedback they gave. </a:t>
            </a:r>
          </a:p>
          <a:p>
            <a:endParaRPr lang="en-US"/>
          </a:p>
        </p:txBody>
      </p:sp>
    </p:spTree>
    <p:extLst>
      <p:ext uri="{BB962C8B-B14F-4D97-AF65-F5344CB8AC3E}">
        <p14:creationId xmlns:p14="http://schemas.microsoft.com/office/powerpoint/2010/main" val="2757844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a:t>Case study 2 – Level 1 statistics</a:t>
            </a:r>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2" y="2249487"/>
            <a:ext cx="10517187" cy="3541714"/>
          </a:xfrm>
        </p:spPr>
        <p:txBody>
          <a:bodyPr>
            <a:normAutofit fontScale="85000" lnSpcReduction="10000"/>
          </a:bodyPr>
          <a:lstStyle/>
          <a:p>
            <a:r>
              <a:rPr lang="en-GB"/>
              <a:t>Our introductory courses for undergraduate students adopt similar approaches to those discussed in Data Analysis Skills (using flipped learning approaches)</a:t>
            </a:r>
          </a:p>
          <a:p>
            <a:endParaRPr lang="en-GB"/>
          </a:p>
          <a:p>
            <a:r>
              <a:rPr lang="en-GB"/>
              <a:t>Interactive R labs have been added to the course, using the </a:t>
            </a:r>
            <a:r>
              <a:rPr lang="en-GB" err="1"/>
              <a:t>webexercises</a:t>
            </a:r>
            <a:r>
              <a:rPr lang="en-GB"/>
              <a:t> package developed by the </a:t>
            </a:r>
            <a:r>
              <a:rPr lang="en-GB" err="1"/>
              <a:t>psyTeachR</a:t>
            </a:r>
            <a:r>
              <a:rPr lang="en-GB"/>
              <a:t> team at the University of Glasgow</a:t>
            </a:r>
          </a:p>
          <a:p>
            <a:endParaRPr lang="en-GB"/>
          </a:p>
          <a:p>
            <a:r>
              <a:rPr lang="en-GB"/>
              <a:t>These labs allow students to work through the lab materials at their own pace, outside the classroom. Interactive quiz questions are included to help students consolidate their learning</a:t>
            </a:r>
          </a:p>
          <a:p>
            <a:endParaRPr lang="en-GB"/>
          </a:p>
          <a:p>
            <a:endParaRPr lang="en-US"/>
          </a:p>
        </p:txBody>
      </p:sp>
    </p:spTree>
    <p:extLst>
      <p:ext uri="{BB962C8B-B14F-4D97-AF65-F5344CB8AC3E}">
        <p14:creationId xmlns:p14="http://schemas.microsoft.com/office/powerpoint/2010/main" val="503019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2F05347-6777-3162-650D-60E0666650F0}"/>
              </a:ext>
            </a:extLst>
          </p:cNvPr>
          <p:cNvSpPr>
            <a:spLocks noGrp="1"/>
          </p:cNvSpPr>
          <p:nvPr>
            <p:ph sz="half" idx="1"/>
          </p:nvPr>
        </p:nvSpPr>
        <p:spPr>
          <a:xfrm>
            <a:off x="838200" y="1608667"/>
            <a:ext cx="7391400" cy="4843752"/>
          </a:xfrm>
        </p:spPr>
        <p:txBody>
          <a:bodyPr/>
          <a:lstStyle/>
          <a:p>
            <a:r>
              <a:rPr lang="en-GB"/>
              <a:t>Participate in the course to gain experience points (</a:t>
            </a:r>
            <a:r>
              <a:rPr lang="en-GB" err="1"/>
              <a:t>xp</a:t>
            </a:r>
            <a:r>
              <a:rPr lang="en-GB"/>
              <a:t>) and level up!</a:t>
            </a:r>
          </a:p>
          <a:p>
            <a:r>
              <a:rPr lang="en-GB"/>
              <a:t>Points are awarded for participation in course via Moodle.</a:t>
            </a:r>
          </a:p>
          <a:p>
            <a:r>
              <a:rPr lang="en-GB"/>
              <a:t>Aim to get to level 10 by the end of the course.</a:t>
            </a:r>
          </a:p>
          <a:p>
            <a:r>
              <a:rPr lang="en-GB"/>
              <a:t>Endeavour based not merit based.</a:t>
            </a:r>
          </a:p>
          <a:p>
            <a:r>
              <a:rPr lang="en-GB"/>
              <a:t>Prizes awarded at the end of the course for:</a:t>
            </a:r>
          </a:p>
          <a:p>
            <a:pPr lvl="1"/>
            <a:r>
              <a:rPr lang="en-GB"/>
              <a:t>Top 3 students.</a:t>
            </a:r>
          </a:p>
          <a:p>
            <a:pPr lvl="1"/>
            <a:r>
              <a:rPr lang="en-GB"/>
              <a:t>Best team (based on tutorial groups).</a:t>
            </a:r>
          </a:p>
          <a:p>
            <a:endParaRPr lang="en-GB"/>
          </a:p>
        </p:txBody>
      </p:sp>
      <p:sp>
        <p:nvSpPr>
          <p:cNvPr id="3" name="Title 2">
            <a:extLst>
              <a:ext uri="{FF2B5EF4-FFF2-40B4-BE49-F238E27FC236}">
                <a16:creationId xmlns:a16="http://schemas.microsoft.com/office/drawing/2014/main" id="{8405FD3D-C4AB-BEE8-6056-FC036BBBE9F7}"/>
              </a:ext>
            </a:extLst>
          </p:cNvPr>
          <p:cNvSpPr>
            <a:spLocks noGrp="1"/>
          </p:cNvSpPr>
          <p:nvPr>
            <p:ph type="title"/>
          </p:nvPr>
        </p:nvSpPr>
        <p:spPr>
          <a:xfrm>
            <a:off x="838200" y="522598"/>
            <a:ext cx="9210963" cy="888786"/>
          </a:xfrm>
        </p:spPr>
        <p:txBody>
          <a:bodyPr/>
          <a:lstStyle/>
          <a:p>
            <a:r>
              <a:rPr lang="en-GB"/>
              <a:t>Case study 2 - Level up! </a:t>
            </a:r>
          </a:p>
        </p:txBody>
      </p:sp>
      <p:pic>
        <p:nvPicPr>
          <p:cNvPr id="8" name="Picture 7">
            <a:extLst>
              <a:ext uri="{FF2B5EF4-FFF2-40B4-BE49-F238E27FC236}">
                <a16:creationId xmlns:a16="http://schemas.microsoft.com/office/drawing/2014/main" id="{A36EFCE0-F131-F402-C3B9-8464A57D0355}"/>
              </a:ext>
            </a:extLst>
          </p:cNvPr>
          <p:cNvPicPr>
            <a:picLocks noChangeAspect="1"/>
          </p:cNvPicPr>
          <p:nvPr/>
        </p:nvPicPr>
        <p:blipFill>
          <a:blip r:embed="rId3"/>
          <a:stretch>
            <a:fillRect/>
          </a:stretch>
        </p:blipFill>
        <p:spPr>
          <a:xfrm>
            <a:off x="8400956" y="219075"/>
            <a:ext cx="2790825" cy="6419850"/>
          </a:xfrm>
          <a:prstGeom prst="rect">
            <a:avLst/>
          </a:prstGeom>
        </p:spPr>
      </p:pic>
    </p:spTree>
    <p:extLst>
      <p:ext uri="{BB962C8B-B14F-4D97-AF65-F5344CB8AC3E}">
        <p14:creationId xmlns:p14="http://schemas.microsoft.com/office/powerpoint/2010/main" val="3123057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2F05347-6777-3162-650D-60E0666650F0}"/>
              </a:ext>
            </a:extLst>
          </p:cNvPr>
          <p:cNvSpPr>
            <a:spLocks noGrp="1"/>
          </p:cNvSpPr>
          <p:nvPr>
            <p:ph sz="half" idx="1"/>
          </p:nvPr>
        </p:nvSpPr>
        <p:spPr>
          <a:xfrm>
            <a:off x="838200" y="1608667"/>
            <a:ext cx="6035936" cy="4843752"/>
          </a:xfrm>
        </p:spPr>
        <p:txBody>
          <a:bodyPr>
            <a:normAutofit/>
          </a:bodyPr>
          <a:lstStyle/>
          <a:p>
            <a:r>
              <a:rPr lang="en-GB"/>
              <a:t>Interaction has been better than expected.</a:t>
            </a:r>
          </a:p>
          <a:p>
            <a:r>
              <a:rPr lang="en-GB"/>
              <a:t>Informal feedback: 61% of students say “Level-up makes me more likely to engage in the course”.</a:t>
            </a:r>
          </a:p>
          <a:p>
            <a:r>
              <a:rPr lang="en-GB"/>
              <a:t>Increased activity completion compared to semester 1 (median increase of 31%, mean increase of 14%).</a:t>
            </a:r>
          </a:p>
          <a:p>
            <a:r>
              <a:rPr lang="en-GB"/>
              <a:t>Going to have to buy </a:t>
            </a:r>
            <a:r>
              <a:rPr lang="en-GB" b="1"/>
              <a:t>a lot</a:t>
            </a:r>
            <a:r>
              <a:rPr lang="en-GB"/>
              <a:t> of prizes.</a:t>
            </a:r>
          </a:p>
        </p:txBody>
      </p:sp>
      <p:sp>
        <p:nvSpPr>
          <p:cNvPr id="3" name="Title 2">
            <a:extLst>
              <a:ext uri="{FF2B5EF4-FFF2-40B4-BE49-F238E27FC236}">
                <a16:creationId xmlns:a16="http://schemas.microsoft.com/office/drawing/2014/main" id="{8405FD3D-C4AB-BEE8-6056-FC036BBBE9F7}"/>
              </a:ext>
            </a:extLst>
          </p:cNvPr>
          <p:cNvSpPr>
            <a:spLocks noGrp="1"/>
          </p:cNvSpPr>
          <p:nvPr>
            <p:ph type="title"/>
          </p:nvPr>
        </p:nvSpPr>
        <p:spPr>
          <a:xfrm>
            <a:off x="929756" y="405581"/>
            <a:ext cx="9210963" cy="888786"/>
          </a:xfrm>
        </p:spPr>
        <p:txBody>
          <a:bodyPr/>
          <a:lstStyle/>
          <a:p>
            <a:r>
              <a:rPr lang="en-GB"/>
              <a:t>Case study 2 - Level up! Reflections</a:t>
            </a:r>
          </a:p>
        </p:txBody>
      </p:sp>
      <p:pic>
        <p:nvPicPr>
          <p:cNvPr id="5" name="Picture 4">
            <a:extLst>
              <a:ext uri="{FF2B5EF4-FFF2-40B4-BE49-F238E27FC236}">
                <a16:creationId xmlns:a16="http://schemas.microsoft.com/office/drawing/2014/main" id="{84463D04-82CE-73B7-6BDC-ADED46F27F18}"/>
              </a:ext>
            </a:extLst>
          </p:cNvPr>
          <p:cNvPicPr>
            <a:picLocks noChangeAspect="1"/>
          </p:cNvPicPr>
          <p:nvPr/>
        </p:nvPicPr>
        <p:blipFill>
          <a:blip r:embed="rId3"/>
          <a:stretch>
            <a:fillRect/>
          </a:stretch>
        </p:blipFill>
        <p:spPr>
          <a:xfrm>
            <a:off x="6962360" y="355002"/>
            <a:ext cx="5039110" cy="6147995"/>
          </a:xfrm>
          <a:prstGeom prst="rect">
            <a:avLst/>
          </a:prstGeom>
        </p:spPr>
      </p:pic>
    </p:spTree>
    <p:extLst>
      <p:ext uri="{BB962C8B-B14F-4D97-AF65-F5344CB8AC3E}">
        <p14:creationId xmlns:p14="http://schemas.microsoft.com/office/powerpoint/2010/main" val="1926520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a:t>Case study 3 – Teaching programming courses</a:t>
            </a:r>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2" y="2249487"/>
            <a:ext cx="10517187" cy="3541714"/>
          </a:xfrm>
        </p:spPr>
        <p:txBody>
          <a:bodyPr>
            <a:normAutofit fontScale="85000" lnSpcReduction="10000"/>
          </a:bodyPr>
          <a:lstStyle/>
          <a:p>
            <a:r>
              <a:rPr lang="en-GB"/>
              <a:t>Statistical programming forms a key part of any statistics degree, and with the growing popularity of data science, industry roles require graduates to have a firm grasp of programming concepts. </a:t>
            </a:r>
          </a:p>
          <a:p>
            <a:endParaRPr lang="en-GB"/>
          </a:p>
          <a:p>
            <a:r>
              <a:rPr lang="en-GB"/>
              <a:t>At Glasgow, we currently have a variety of programming courses, delivered in-person and as part of our online distance learning degrees. </a:t>
            </a:r>
          </a:p>
          <a:p>
            <a:endParaRPr lang="en-GB"/>
          </a:p>
          <a:p>
            <a:r>
              <a:rPr lang="en-GB"/>
              <a:t>Though the programming language and techniques differ across these courses, many of the teaching practices used are shared across all courses. </a:t>
            </a:r>
          </a:p>
          <a:p>
            <a:endParaRPr lang="en-GB"/>
          </a:p>
          <a:p>
            <a:endParaRPr lang="en-GB"/>
          </a:p>
          <a:p>
            <a:endParaRPr lang="en-US"/>
          </a:p>
        </p:txBody>
      </p:sp>
    </p:spTree>
    <p:extLst>
      <p:ext uri="{BB962C8B-B14F-4D97-AF65-F5344CB8AC3E}">
        <p14:creationId xmlns:p14="http://schemas.microsoft.com/office/powerpoint/2010/main" val="615436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a:t>Case study 3 – Teaching programming courses</a:t>
            </a:r>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2" y="2249487"/>
            <a:ext cx="10517187" cy="3541714"/>
          </a:xfrm>
        </p:spPr>
        <p:txBody>
          <a:bodyPr>
            <a:normAutofit/>
          </a:bodyPr>
          <a:lstStyle/>
          <a:p>
            <a:r>
              <a:rPr lang="en-GB"/>
              <a:t>Programming courses have evolved over time, with the removal of a traditional lecture, and a flipped learning approach adopted. </a:t>
            </a:r>
          </a:p>
          <a:p>
            <a:endParaRPr lang="en-GB"/>
          </a:p>
          <a:p>
            <a:r>
              <a:rPr lang="en-GB"/>
              <a:t>Concepts and examples are introduced to students to study independently, with a practical lab consisting of exercises delivered as the in-person taught component, utilising a problem-based learning approach. </a:t>
            </a:r>
          </a:p>
          <a:p>
            <a:endParaRPr lang="en-GB"/>
          </a:p>
          <a:p>
            <a:endParaRPr lang="en-US"/>
          </a:p>
        </p:txBody>
      </p:sp>
    </p:spTree>
    <p:extLst>
      <p:ext uri="{BB962C8B-B14F-4D97-AF65-F5344CB8AC3E}">
        <p14:creationId xmlns:p14="http://schemas.microsoft.com/office/powerpoint/2010/main" val="40200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a:t>Case study 3 – Teaching programming courses</a:t>
            </a:r>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2" y="2249487"/>
            <a:ext cx="10517187" cy="3541714"/>
          </a:xfrm>
        </p:spPr>
        <p:txBody>
          <a:bodyPr>
            <a:normAutofit/>
          </a:bodyPr>
          <a:lstStyle/>
          <a:p>
            <a:r>
              <a:rPr lang="en-GB"/>
              <a:t>Tools such as Google </a:t>
            </a:r>
            <a:r>
              <a:rPr lang="en-GB" err="1"/>
              <a:t>Colabs</a:t>
            </a:r>
            <a:r>
              <a:rPr lang="en-GB"/>
              <a:t> and </a:t>
            </a:r>
            <a:r>
              <a:rPr lang="en-GB" err="1"/>
              <a:t>Jupyter</a:t>
            </a:r>
            <a:r>
              <a:rPr lang="en-GB"/>
              <a:t> notebooks are also used for independent student learning, allowing integration of text and code in one document, which students can run using a web browser.</a:t>
            </a:r>
          </a:p>
          <a:p>
            <a:endParaRPr lang="en-GB"/>
          </a:p>
          <a:p>
            <a:r>
              <a:rPr lang="en-GB"/>
              <a:t>Assessment structure in programming courses can be varied, using timed quizzes, take-home exercises and using collaborative coding tools such as GitHub for group projects.</a:t>
            </a:r>
          </a:p>
          <a:p>
            <a:endParaRPr lang="en-GB"/>
          </a:p>
          <a:p>
            <a:endParaRPr lang="en-US"/>
          </a:p>
        </p:txBody>
      </p:sp>
    </p:spTree>
    <p:extLst>
      <p:ext uri="{BB962C8B-B14F-4D97-AF65-F5344CB8AC3E}">
        <p14:creationId xmlns:p14="http://schemas.microsoft.com/office/powerpoint/2010/main" val="232067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6E55-3638-0729-0197-38540D259C75}"/>
              </a:ext>
            </a:extLst>
          </p:cNvPr>
          <p:cNvSpPr>
            <a:spLocks noGrp="1"/>
          </p:cNvSpPr>
          <p:nvPr>
            <p:ph type="title"/>
          </p:nvPr>
        </p:nvSpPr>
        <p:spPr/>
        <p:txBody>
          <a:bodyPr/>
          <a:lstStyle/>
          <a:p>
            <a:r>
              <a:rPr lang="en-US"/>
              <a:t>Case study 3 – Teaching programming courses</a:t>
            </a:r>
          </a:p>
        </p:txBody>
      </p:sp>
      <p:sp>
        <p:nvSpPr>
          <p:cNvPr id="3" name="Content Placeholder 2">
            <a:extLst>
              <a:ext uri="{FF2B5EF4-FFF2-40B4-BE49-F238E27FC236}">
                <a16:creationId xmlns:a16="http://schemas.microsoft.com/office/drawing/2014/main" id="{49BAE94C-A2D3-436A-AEA6-9FC6D09D8D3D}"/>
              </a:ext>
            </a:extLst>
          </p:cNvPr>
          <p:cNvSpPr>
            <a:spLocks noGrp="1"/>
          </p:cNvSpPr>
          <p:nvPr>
            <p:ph idx="1"/>
          </p:nvPr>
        </p:nvSpPr>
        <p:spPr>
          <a:xfrm>
            <a:off x="1141413" y="1981201"/>
            <a:ext cx="4873307" cy="4051738"/>
          </a:xfrm>
        </p:spPr>
        <p:txBody>
          <a:bodyPr>
            <a:normAutofit fontScale="92500"/>
          </a:bodyPr>
          <a:lstStyle/>
          <a:p>
            <a:r>
              <a:rPr lang="en-US"/>
              <a:t>In our online R course, the final project for students involves constructing a Shiny app for a set activity. </a:t>
            </a:r>
          </a:p>
          <a:p>
            <a:r>
              <a:rPr lang="en-US"/>
              <a:t>This project incorporates elements of the full course, allowing a full review of the materials covered.</a:t>
            </a:r>
          </a:p>
          <a:p>
            <a:r>
              <a:rPr lang="en-US"/>
              <a:t>Well received by students (once completed!). Can be time consuming to mark.</a:t>
            </a:r>
          </a:p>
          <a:p>
            <a:endParaRPr lang="en-US" b="1"/>
          </a:p>
          <a:p>
            <a:pPr marL="457200" lvl="1" indent="0">
              <a:buNone/>
            </a:pPr>
            <a:endParaRPr lang="en-US" b="1"/>
          </a:p>
        </p:txBody>
      </p:sp>
      <p:pic>
        <p:nvPicPr>
          <p:cNvPr id="4" name="Picture 3">
            <a:extLst>
              <a:ext uri="{FF2B5EF4-FFF2-40B4-BE49-F238E27FC236}">
                <a16:creationId xmlns:a16="http://schemas.microsoft.com/office/drawing/2014/main" id="{52F0701C-9E22-13FE-F8F0-37A4C27650BB}"/>
              </a:ext>
            </a:extLst>
          </p:cNvPr>
          <p:cNvPicPr>
            <a:picLocks noChangeAspect="1"/>
          </p:cNvPicPr>
          <p:nvPr/>
        </p:nvPicPr>
        <p:blipFill>
          <a:blip r:embed="rId2"/>
          <a:stretch>
            <a:fillRect/>
          </a:stretch>
        </p:blipFill>
        <p:spPr>
          <a:xfrm>
            <a:off x="6969220" y="1645920"/>
            <a:ext cx="4510595" cy="4277360"/>
          </a:xfrm>
          <a:prstGeom prst="rect">
            <a:avLst/>
          </a:prstGeom>
        </p:spPr>
      </p:pic>
    </p:spTree>
    <p:extLst>
      <p:ext uri="{BB962C8B-B14F-4D97-AF65-F5344CB8AC3E}">
        <p14:creationId xmlns:p14="http://schemas.microsoft.com/office/powerpoint/2010/main" val="2814110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6E55-3638-0729-0197-38540D259C75}"/>
              </a:ext>
            </a:extLst>
          </p:cNvPr>
          <p:cNvSpPr>
            <a:spLocks noGrp="1"/>
          </p:cNvSpPr>
          <p:nvPr>
            <p:ph type="title"/>
          </p:nvPr>
        </p:nvSpPr>
        <p:spPr/>
        <p:txBody>
          <a:bodyPr/>
          <a:lstStyle/>
          <a:p>
            <a:r>
              <a:rPr lang="en-US"/>
              <a:t>RSS Teaching statistics group</a:t>
            </a:r>
          </a:p>
        </p:txBody>
      </p:sp>
      <p:sp>
        <p:nvSpPr>
          <p:cNvPr id="3" name="Content Placeholder 2">
            <a:extLst>
              <a:ext uri="{FF2B5EF4-FFF2-40B4-BE49-F238E27FC236}">
                <a16:creationId xmlns:a16="http://schemas.microsoft.com/office/drawing/2014/main" id="{49BAE94C-A2D3-436A-AEA6-9FC6D09D8D3D}"/>
              </a:ext>
            </a:extLst>
          </p:cNvPr>
          <p:cNvSpPr>
            <a:spLocks noGrp="1"/>
          </p:cNvSpPr>
          <p:nvPr>
            <p:ph idx="1"/>
          </p:nvPr>
        </p:nvSpPr>
        <p:spPr>
          <a:xfrm>
            <a:off x="1141413" y="2097088"/>
            <a:ext cx="9905999" cy="3864874"/>
          </a:xfrm>
        </p:spPr>
        <p:txBody>
          <a:bodyPr>
            <a:normAutofit fontScale="85000" lnSpcReduction="10000"/>
          </a:bodyPr>
          <a:lstStyle/>
          <a:p>
            <a:r>
              <a:rPr lang="en-US"/>
              <a:t>The RSS Teaching Statistics Section is targeted to statistics educators working in post-18 education. </a:t>
            </a:r>
          </a:p>
          <a:p>
            <a:r>
              <a:rPr lang="en-US"/>
              <a:t>The group aims to promote good teaching practice across post-18 education, promoting the study of statistics to students, facilitating the discussion of modernizing the statistics curricula and promoting innovative use of technology in teaching statistics. </a:t>
            </a:r>
          </a:p>
          <a:p>
            <a:r>
              <a:rPr lang="en-US"/>
              <a:t>You can sign up for our newsletter detailing the latest teaching statistics events at our website. </a:t>
            </a:r>
          </a:p>
          <a:p>
            <a:r>
              <a:rPr lang="en-US"/>
              <a:t>If you would like to contribute to our newsletter or have ideas for events you would like to see, please get in touch via </a:t>
            </a:r>
            <a:r>
              <a:rPr lang="en-US">
                <a:hlinkClick r:id="rId2"/>
              </a:rPr>
              <a:t>teachingstats@rss.org.uk</a:t>
            </a:r>
            <a:r>
              <a:rPr lang="en-US"/>
              <a:t>.</a:t>
            </a:r>
          </a:p>
          <a:p>
            <a:r>
              <a:rPr lang="en-US"/>
              <a:t>You can find us on Twitter @</a:t>
            </a:r>
            <a:r>
              <a:rPr lang="en-US" err="1"/>
              <a:t>rss_teach</a:t>
            </a:r>
            <a:r>
              <a:rPr lang="en-US"/>
              <a:t> </a:t>
            </a:r>
          </a:p>
          <a:p>
            <a:endParaRPr lang="en-US"/>
          </a:p>
        </p:txBody>
      </p:sp>
      <p:pic>
        <p:nvPicPr>
          <p:cNvPr id="2050" name="Picture 2" descr="Royal Statistical Society - Wikipedia">
            <a:extLst>
              <a:ext uri="{FF2B5EF4-FFF2-40B4-BE49-F238E27FC236}">
                <a16:creationId xmlns:a16="http://schemas.microsoft.com/office/drawing/2014/main" id="{B3DE908D-0A37-42B5-9968-3EFA9B025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6571" y="618518"/>
            <a:ext cx="2439800" cy="1478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115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38" name="Group 9">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39" name="Rectangle 10">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6="http://schemas.microsoft.com/office/drawing/2014/main" xmlns:a14="http://schemas.microsoft.com/office/drawing/2010/main" xmlns:p14="http://schemas.microsoft.com/office/powerpoint/2010/main" xmlns="">
                  <a:solidFill>
                    <a:srgbClr val="FFFFFF"/>
                  </a:solidFill>
                </a14:hiddenFill>
              </a:ext>
            </a:extLst>
          </p:spPr>
        </p:pic>
      </p:grpSp>
      <p:pic>
        <p:nvPicPr>
          <p:cNvPr id="5" name="Picture 4">
            <a:extLst>
              <a:ext uri="{FF2B5EF4-FFF2-40B4-BE49-F238E27FC236}">
                <a16:creationId xmlns:a16="http://schemas.microsoft.com/office/drawing/2014/main" id="{1461629F-3068-49C9-E960-F5172E7B48DF}"/>
              </a:ext>
            </a:extLst>
          </p:cNvPr>
          <p:cNvPicPr>
            <a:picLocks noChangeAspect="1"/>
          </p:cNvPicPr>
          <p:nvPr/>
        </p:nvPicPr>
        <p:blipFill rotWithShape="1">
          <a:blip r:embed="rId4">
            <a:alphaModFix amt="30000"/>
          </a:blip>
          <a:srcRect t="17389" b="5269"/>
          <a:stretch/>
        </p:blipFill>
        <p:spPr>
          <a:xfrm>
            <a:off x="-2" y="10"/>
            <a:ext cx="12188389" cy="6857990"/>
          </a:xfrm>
          <a:prstGeom prst="rect">
            <a:avLst/>
          </a:prstGeom>
        </p:spPr>
      </p:pic>
      <p:grpSp>
        <p:nvGrpSpPr>
          <p:cNvPr id="40" name="Group 13">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41"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8"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9"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0"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1"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2"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3"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4"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5"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6"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sp>
            <p:nvSpPr>
              <p:cNvPr id="27"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8"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9"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0"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1"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2"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3"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4"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5"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6"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grpSp>
      </p:grpSp>
      <p:sp>
        <p:nvSpPr>
          <p:cNvPr id="2" name="Title 1">
            <a:extLst>
              <a:ext uri="{FF2B5EF4-FFF2-40B4-BE49-F238E27FC236}">
                <a16:creationId xmlns:a16="http://schemas.microsoft.com/office/drawing/2014/main" id="{BD299FAD-1A58-5F0A-6277-6447C13CBAF2}"/>
              </a:ext>
            </a:extLst>
          </p:cNvPr>
          <p:cNvSpPr>
            <a:spLocks noGrp="1"/>
          </p:cNvSpPr>
          <p:nvPr>
            <p:ph type="ctrTitle"/>
          </p:nvPr>
        </p:nvSpPr>
        <p:spPr>
          <a:xfrm>
            <a:off x="2667000" y="2328334"/>
            <a:ext cx="6858000" cy="1367896"/>
          </a:xfrm>
        </p:spPr>
        <p:txBody>
          <a:bodyPr>
            <a:normAutofit/>
          </a:bodyPr>
          <a:lstStyle/>
          <a:p>
            <a:pPr algn="ctr"/>
            <a:r>
              <a:rPr lang="en-US"/>
              <a:t>Thank you!</a:t>
            </a:r>
          </a:p>
        </p:txBody>
      </p:sp>
      <p:sp>
        <p:nvSpPr>
          <p:cNvPr id="3" name="Subtitle 2">
            <a:extLst>
              <a:ext uri="{FF2B5EF4-FFF2-40B4-BE49-F238E27FC236}">
                <a16:creationId xmlns:a16="http://schemas.microsoft.com/office/drawing/2014/main" id="{74A105FD-3906-1289-E2AF-5AA37F254EAD}"/>
              </a:ext>
            </a:extLst>
          </p:cNvPr>
          <p:cNvSpPr>
            <a:spLocks noGrp="1"/>
          </p:cNvSpPr>
          <p:nvPr>
            <p:ph type="subTitle" idx="1"/>
          </p:nvPr>
        </p:nvSpPr>
        <p:spPr>
          <a:xfrm>
            <a:off x="2667001" y="3602038"/>
            <a:ext cx="6857999" cy="953029"/>
          </a:xfrm>
        </p:spPr>
        <p:txBody>
          <a:bodyPr>
            <a:normAutofit/>
          </a:bodyPr>
          <a:lstStyle/>
          <a:p>
            <a:pPr algn="ctr"/>
            <a:r>
              <a:rPr lang="en-US"/>
              <a:t>Any questions?</a:t>
            </a:r>
          </a:p>
        </p:txBody>
      </p:sp>
    </p:spTree>
    <p:extLst>
      <p:ext uri="{BB962C8B-B14F-4D97-AF65-F5344CB8AC3E}">
        <p14:creationId xmlns:p14="http://schemas.microsoft.com/office/powerpoint/2010/main" val="293266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Application>Microsoft Office PowerPoint</Application>
  <PresentationFormat>Widescreen</PresentationFormat>
  <Slides>18</Slides>
  <Notes>2</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Circuit</vt:lpstr>
      <vt:lpstr>Innovative approaches for teaching statistics in higher education  </vt:lpstr>
      <vt:lpstr>Introduction</vt:lpstr>
      <vt:lpstr>Introduction</vt:lpstr>
      <vt:lpstr>Case study 1– Data Analysis Skills</vt:lpstr>
      <vt:lpstr>Case study 1– Data Analysis Skills</vt:lpstr>
      <vt:lpstr>Case study 1– Data Analysis Skills</vt:lpstr>
      <vt:lpstr>Case study 1– Peer review</vt:lpstr>
      <vt:lpstr>Case study 1– Peer review</vt:lpstr>
      <vt:lpstr>Case study 1 – peer review</vt:lpstr>
      <vt:lpstr>Case study 2 – Level 1 statistics</vt:lpstr>
      <vt:lpstr>Case study 2 - Level up! </vt:lpstr>
      <vt:lpstr>Case study 2 - Level up! Reflections</vt:lpstr>
      <vt:lpstr>Case study 3 – Teaching programming courses</vt:lpstr>
      <vt:lpstr>Case study 3 – Teaching programming courses</vt:lpstr>
      <vt:lpstr>Case study 3 – Teaching programming courses</vt:lpstr>
      <vt:lpstr>Case study 3 – Teaching programming courses</vt:lpstr>
      <vt:lpstr>RSS Teaching statistics group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Accessiblility for ODL course notes</dc:title>
  <dc:creator>Craig Alexander</dc:creator>
  <cp:revision>1</cp:revision>
  <dcterms:created xsi:type="dcterms:W3CDTF">2022-08-30T10:09:13Z</dcterms:created>
  <dcterms:modified xsi:type="dcterms:W3CDTF">2023-05-31T11:49:15Z</dcterms:modified>
</cp:coreProperties>
</file>