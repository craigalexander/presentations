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690" r:id="rId3"/>
    <p:sldId id="258" r:id="rId4"/>
    <p:sldId id="260" r:id="rId5"/>
    <p:sldId id="261" r:id="rId6"/>
    <p:sldId id="263" r:id="rId7"/>
    <p:sldId id="264" r:id="rId8"/>
    <p:sldId id="269" r:id="rId9"/>
    <p:sldId id="277" r:id="rId10"/>
    <p:sldId id="271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3BA84-7E2D-C142-8244-F8C8372D1241}" v="28" dt="2023-12-14T09:53:17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1"/>
    <p:restoredTop sz="96197"/>
  </p:normalViewPr>
  <p:slideViewPr>
    <p:cSldViewPr snapToGrid="0">
      <p:cViewPr varScale="1">
        <p:scale>
          <a:sx n="106" d="100"/>
          <a:sy n="106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Alexander" userId="cbab3422-1701-47c9-a4f0-14c0d221c31a" providerId="ADAL" clId="{951929DA-F7E3-B347-A3DA-16CD71BBAF8D}"/>
    <pc:docChg chg="undo custSel addSld delSld modSld sldOrd">
      <pc:chgData name="Craig Alexander" userId="cbab3422-1701-47c9-a4f0-14c0d221c31a" providerId="ADAL" clId="{951929DA-F7E3-B347-A3DA-16CD71BBAF8D}" dt="2023-11-15T13:41:52.432" v="574" actId="20577"/>
      <pc:docMkLst>
        <pc:docMk/>
      </pc:docMkLst>
      <pc:sldChg chg="addSp delSp modSp mod">
        <pc:chgData name="Craig Alexander" userId="cbab3422-1701-47c9-a4f0-14c0d221c31a" providerId="ADAL" clId="{951929DA-F7E3-B347-A3DA-16CD71BBAF8D}" dt="2023-11-15T11:00:27.978" v="71" actId="1076"/>
        <pc:sldMkLst>
          <pc:docMk/>
          <pc:sldMk cId="4244171547" sldId="256"/>
        </pc:sldMkLst>
        <pc:spChg chg="mod">
          <ac:chgData name="Craig Alexander" userId="cbab3422-1701-47c9-a4f0-14c0d221c31a" providerId="ADAL" clId="{951929DA-F7E3-B347-A3DA-16CD71BBAF8D}" dt="2023-11-15T09:59:26.407" v="1" actId="20577"/>
          <ac:spMkLst>
            <pc:docMk/>
            <pc:sldMk cId="4244171547" sldId="256"/>
            <ac:spMk id="2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1:00:09.961" v="67" actId="20577"/>
          <ac:spMkLst>
            <pc:docMk/>
            <pc:sldMk cId="4244171547" sldId="256"/>
            <ac:spMk id="9" creationId="{594142B3-03ED-743D-1767-8648BBFAFC27}"/>
          </ac:spMkLst>
        </pc:spChg>
        <pc:picChg chg="add mod">
          <ac:chgData name="Craig Alexander" userId="cbab3422-1701-47c9-a4f0-14c0d221c31a" providerId="ADAL" clId="{951929DA-F7E3-B347-A3DA-16CD71BBAF8D}" dt="2023-11-15T11:00:27.978" v="71" actId="1076"/>
          <ac:picMkLst>
            <pc:docMk/>
            <pc:sldMk cId="4244171547" sldId="256"/>
            <ac:picMk id="1026" creationId="{0D88A83C-C6AF-36BE-FDE6-E9F935C69C30}"/>
          </ac:picMkLst>
        </pc:picChg>
        <pc:picChg chg="del">
          <ac:chgData name="Craig Alexander" userId="cbab3422-1701-47c9-a4f0-14c0d221c31a" providerId="ADAL" clId="{951929DA-F7E3-B347-A3DA-16CD71BBAF8D}" dt="2023-11-15T11:00:20.279" v="68" actId="478"/>
          <ac:picMkLst>
            <pc:docMk/>
            <pc:sldMk cId="4244171547" sldId="256"/>
            <ac:picMk id="2050" creationId="{EB3C369E-60F7-1706-DE5E-43870DE3931B}"/>
          </ac:picMkLst>
        </pc:picChg>
      </pc:sldChg>
      <pc:sldChg chg="del">
        <pc:chgData name="Craig Alexander" userId="cbab3422-1701-47c9-a4f0-14c0d221c31a" providerId="ADAL" clId="{951929DA-F7E3-B347-A3DA-16CD71BBAF8D}" dt="2023-11-15T09:59:36.251" v="7" actId="2696"/>
        <pc:sldMkLst>
          <pc:docMk/>
          <pc:sldMk cId="2280224747" sldId="258"/>
        </pc:sldMkLst>
      </pc:sldChg>
      <pc:sldChg chg="del">
        <pc:chgData name="Craig Alexander" userId="cbab3422-1701-47c9-a4f0-14c0d221c31a" providerId="ADAL" clId="{951929DA-F7E3-B347-A3DA-16CD71BBAF8D}" dt="2023-11-15T09:59:38.046" v="10" actId="2696"/>
        <pc:sldMkLst>
          <pc:docMk/>
          <pc:sldMk cId="0" sldId="259"/>
        </pc:sldMkLst>
      </pc:sldChg>
      <pc:sldChg chg="del">
        <pc:chgData name="Craig Alexander" userId="cbab3422-1701-47c9-a4f0-14c0d221c31a" providerId="ADAL" clId="{951929DA-F7E3-B347-A3DA-16CD71BBAF8D}" dt="2023-11-15T09:59:38.409" v="11" actId="2696"/>
        <pc:sldMkLst>
          <pc:docMk/>
          <pc:sldMk cId="2460738954" sldId="260"/>
        </pc:sldMkLst>
      </pc:sldChg>
      <pc:sldChg chg="del">
        <pc:chgData name="Craig Alexander" userId="cbab3422-1701-47c9-a4f0-14c0d221c31a" providerId="ADAL" clId="{951929DA-F7E3-B347-A3DA-16CD71BBAF8D}" dt="2023-11-15T09:59:38.800" v="12" actId="2696"/>
        <pc:sldMkLst>
          <pc:docMk/>
          <pc:sldMk cId="3288161075" sldId="264"/>
        </pc:sldMkLst>
      </pc:sldChg>
      <pc:sldChg chg="del">
        <pc:chgData name="Craig Alexander" userId="cbab3422-1701-47c9-a4f0-14c0d221c31a" providerId="ADAL" clId="{951929DA-F7E3-B347-A3DA-16CD71BBAF8D}" dt="2023-11-15T09:59:39.068" v="13" actId="2696"/>
        <pc:sldMkLst>
          <pc:docMk/>
          <pc:sldMk cId="0" sldId="267"/>
        </pc:sldMkLst>
      </pc:sldChg>
      <pc:sldChg chg="del">
        <pc:chgData name="Craig Alexander" userId="cbab3422-1701-47c9-a4f0-14c0d221c31a" providerId="ADAL" clId="{951929DA-F7E3-B347-A3DA-16CD71BBAF8D}" dt="2023-11-15T09:59:39.369" v="14" actId="2696"/>
        <pc:sldMkLst>
          <pc:docMk/>
          <pc:sldMk cId="0" sldId="270"/>
        </pc:sldMkLst>
      </pc:sldChg>
      <pc:sldChg chg="del">
        <pc:chgData name="Craig Alexander" userId="cbab3422-1701-47c9-a4f0-14c0d221c31a" providerId="ADAL" clId="{951929DA-F7E3-B347-A3DA-16CD71BBAF8D}" dt="2023-11-15T09:59:40.123" v="16" actId="2696"/>
        <pc:sldMkLst>
          <pc:docMk/>
          <pc:sldMk cId="0" sldId="274"/>
        </pc:sldMkLst>
      </pc:sldChg>
      <pc:sldChg chg="del">
        <pc:chgData name="Craig Alexander" userId="cbab3422-1701-47c9-a4f0-14c0d221c31a" providerId="ADAL" clId="{951929DA-F7E3-B347-A3DA-16CD71BBAF8D}" dt="2023-11-15T09:59:36.660" v="8" actId="2696"/>
        <pc:sldMkLst>
          <pc:docMk/>
          <pc:sldMk cId="3271397523" sldId="280"/>
        </pc:sldMkLst>
      </pc:sldChg>
      <pc:sldChg chg="add del">
        <pc:chgData name="Craig Alexander" userId="cbab3422-1701-47c9-a4f0-14c0d221c31a" providerId="ADAL" clId="{951929DA-F7E3-B347-A3DA-16CD71BBAF8D}" dt="2023-11-15T11:04:31.689" v="132"/>
        <pc:sldMkLst>
          <pc:docMk/>
          <pc:sldMk cId="0" sldId="282"/>
        </pc:sldMkLst>
      </pc:sldChg>
      <pc:sldChg chg="del">
        <pc:chgData name="Craig Alexander" userId="cbab3422-1701-47c9-a4f0-14c0d221c31a" providerId="ADAL" clId="{951929DA-F7E3-B347-A3DA-16CD71BBAF8D}" dt="2023-11-15T09:59:41.194" v="19" actId="2696"/>
        <pc:sldMkLst>
          <pc:docMk/>
          <pc:sldMk cId="0" sldId="289"/>
        </pc:sldMkLst>
      </pc:sldChg>
      <pc:sldChg chg="del">
        <pc:chgData name="Craig Alexander" userId="cbab3422-1701-47c9-a4f0-14c0d221c31a" providerId="ADAL" clId="{951929DA-F7E3-B347-A3DA-16CD71BBAF8D}" dt="2023-11-15T09:59:41.579" v="20" actId="2696"/>
        <pc:sldMkLst>
          <pc:docMk/>
          <pc:sldMk cId="0" sldId="290"/>
        </pc:sldMkLst>
      </pc:sldChg>
      <pc:sldChg chg="del">
        <pc:chgData name="Craig Alexander" userId="cbab3422-1701-47c9-a4f0-14c0d221c31a" providerId="ADAL" clId="{951929DA-F7E3-B347-A3DA-16CD71BBAF8D}" dt="2023-11-15T09:59:42.968" v="22" actId="2696"/>
        <pc:sldMkLst>
          <pc:docMk/>
          <pc:sldMk cId="0" sldId="293"/>
        </pc:sldMkLst>
      </pc:sldChg>
      <pc:sldChg chg="modSp add mod">
        <pc:chgData name="Craig Alexander" userId="cbab3422-1701-47c9-a4f0-14c0d221c31a" providerId="ADAL" clId="{951929DA-F7E3-B347-A3DA-16CD71BBAF8D}" dt="2023-11-15T11:05:37.133" v="158" actId="20577"/>
        <pc:sldMkLst>
          <pc:docMk/>
          <pc:sldMk cId="0" sldId="303"/>
        </pc:sldMkLst>
        <pc:spChg chg="mod">
          <ac:chgData name="Craig Alexander" userId="cbab3422-1701-47c9-a4f0-14c0d221c31a" providerId="ADAL" clId="{951929DA-F7E3-B347-A3DA-16CD71BBAF8D}" dt="2023-11-15T11:05:23.840" v="142" actId="207"/>
          <ac:spMkLst>
            <pc:docMk/>
            <pc:sldMk cId="0" sldId="303"/>
            <ac:spMk id="380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1:04:51.058" v="135" actId="207"/>
          <ac:spMkLst>
            <pc:docMk/>
            <pc:sldMk cId="0" sldId="303"/>
            <ac:spMk id="382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1:05:19.919" v="141" actId="207"/>
          <ac:spMkLst>
            <pc:docMk/>
            <pc:sldMk cId="0" sldId="303"/>
            <ac:spMk id="383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1:05:37.133" v="158" actId="20577"/>
          <ac:spMkLst>
            <pc:docMk/>
            <pc:sldMk cId="0" sldId="303"/>
            <ac:spMk id="384" creationId="{00000000-0000-0000-0000-000000000000}"/>
          </ac:spMkLst>
        </pc:spChg>
      </pc:sldChg>
      <pc:sldChg chg="del">
        <pc:chgData name="Craig Alexander" userId="cbab3422-1701-47c9-a4f0-14c0d221c31a" providerId="ADAL" clId="{951929DA-F7E3-B347-A3DA-16CD71BBAF8D}" dt="2023-11-15T09:59:29.289" v="2" actId="2696"/>
        <pc:sldMkLst>
          <pc:docMk/>
          <pc:sldMk cId="2516794898" sldId="304"/>
        </pc:sldMkLst>
      </pc:sldChg>
      <pc:sldChg chg="modSp add mod">
        <pc:chgData name="Craig Alexander" userId="cbab3422-1701-47c9-a4f0-14c0d221c31a" providerId="ADAL" clId="{951929DA-F7E3-B347-A3DA-16CD71BBAF8D}" dt="2023-11-15T11:07:56.685" v="165" actId="207"/>
        <pc:sldMkLst>
          <pc:docMk/>
          <pc:sldMk cId="0" sldId="305"/>
        </pc:sldMkLst>
        <pc:spChg chg="mod">
          <ac:chgData name="Craig Alexander" userId="cbab3422-1701-47c9-a4f0-14c0d221c31a" providerId="ADAL" clId="{951929DA-F7E3-B347-A3DA-16CD71BBAF8D}" dt="2023-11-15T11:07:51.279" v="164" actId="207"/>
          <ac:spMkLst>
            <pc:docMk/>
            <pc:sldMk cId="0" sldId="305"/>
            <ac:spMk id="395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1:07:37.271" v="161" actId="207"/>
          <ac:spMkLst>
            <pc:docMk/>
            <pc:sldMk cId="0" sldId="305"/>
            <ac:spMk id="396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1:07:56.685" v="165" actId="207"/>
          <ac:spMkLst>
            <pc:docMk/>
            <pc:sldMk cId="0" sldId="305"/>
            <ac:spMk id="397" creationId="{00000000-0000-0000-0000-000000000000}"/>
          </ac:spMkLst>
        </pc:spChg>
      </pc:sldChg>
      <pc:sldChg chg="add">
        <pc:chgData name="Craig Alexander" userId="cbab3422-1701-47c9-a4f0-14c0d221c31a" providerId="ADAL" clId="{951929DA-F7E3-B347-A3DA-16CD71BBAF8D}" dt="2023-11-15T12:44:53.811" v="194"/>
        <pc:sldMkLst>
          <pc:docMk/>
          <pc:sldMk cId="0" sldId="306"/>
        </pc:sldMkLst>
      </pc:sldChg>
      <pc:sldChg chg="addSp delSp modSp add mod">
        <pc:chgData name="Craig Alexander" userId="cbab3422-1701-47c9-a4f0-14c0d221c31a" providerId="ADAL" clId="{951929DA-F7E3-B347-A3DA-16CD71BBAF8D}" dt="2023-11-15T12:45:55.066" v="208"/>
        <pc:sldMkLst>
          <pc:docMk/>
          <pc:sldMk cId="0" sldId="307"/>
        </pc:sldMkLst>
        <pc:spChg chg="add mod">
          <ac:chgData name="Craig Alexander" userId="cbab3422-1701-47c9-a4f0-14c0d221c31a" providerId="ADAL" clId="{951929DA-F7E3-B347-A3DA-16CD71BBAF8D}" dt="2023-11-15T12:45:43.570" v="206" actId="1076"/>
          <ac:spMkLst>
            <pc:docMk/>
            <pc:sldMk cId="0" sldId="307"/>
            <ac:spMk id="5" creationId="{5E888CA0-AD70-9E1D-7DE9-49591C9765EE}"/>
          </ac:spMkLst>
        </pc:spChg>
        <pc:spChg chg="add del mod">
          <ac:chgData name="Craig Alexander" userId="cbab3422-1701-47c9-a4f0-14c0d221c31a" providerId="ADAL" clId="{951929DA-F7E3-B347-A3DA-16CD71BBAF8D}" dt="2023-11-15T12:45:55.066" v="208"/>
          <ac:spMkLst>
            <pc:docMk/>
            <pc:sldMk cId="0" sldId="307"/>
            <ac:spMk id="6" creationId="{65C6AF5B-7559-F3B9-08DA-5321E8428632}"/>
          </ac:spMkLst>
        </pc:spChg>
        <pc:spChg chg="mod">
          <ac:chgData name="Craig Alexander" userId="cbab3422-1701-47c9-a4f0-14c0d221c31a" providerId="ADAL" clId="{951929DA-F7E3-B347-A3DA-16CD71BBAF8D}" dt="2023-11-15T12:45:20.339" v="201" actId="207"/>
          <ac:spMkLst>
            <pc:docMk/>
            <pc:sldMk cId="0" sldId="307"/>
            <ac:spMk id="410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2:45:12.496" v="199" actId="1076"/>
          <ac:spMkLst>
            <pc:docMk/>
            <pc:sldMk cId="0" sldId="307"/>
            <ac:spMk id="411" creationId="{00000000-0000-0000-0000-000000000000}"/>
          </ac:spMkLst>
        </pc:spChg>
        <pc:picChg chg="add mod">
          <ac:chgData name="Craig Alexander" userId="cbab3422-1701-47c9-a4f0-14c0d221c31a" providerId="ADAL" clId="{951929DA-F7E3-B347-A3DA-16CD71BBAF8D}" dt="2023-11-15T12:45:29.631" v="203"/>
          <ac:picMkLst>
            <pc:docMk/>
            <pc:sldMk cId="0" sldId="307"/>
            <ac:picMk id="2" creationId="{C455C22E-DA35-E017-0FDA-5CAA2F22123F}"/>
          </ac:picMkLst>
        </pc:picChg>
        <pc:picChg chg="add mod">
          <ac:chgData name="Craig Alexander" userId="cbab3422-1701-47c9-a4f0-14c0d221c31a" providerId="ADAL" clId="{951929DA-F7E3-B347-A3DA-16CD71BBAF8D}" dt="2023-11-15T12:45:34.520" v="204"/>
          <ac:picMkLst>
            <pc:docMk/>
            <pc:sldMk cId="0" sldId="307"/>
            <ac:picMk id="3" creationId="{818D5CE8-C13B-6EC0-F2EB-63A6E3D66A9F}"/>
          </ac:picMkLst>
        </pc:picChg>
        <pc:picChg chg="del">
          <ac:chgData name="Craig Alexander" userId="cbab3422-1701-47c9-a4f0-14c0d221c31a" providerId="ADAL" clId="{951929DA-F7E3-B347-A3DA-16CD71BBAF8D}" dt="2023-11-15T12:45:23.008" v="202" actId="478"/>
          <ac:picMkLst>
            <pc:docMk/>
            <pc:sldMk cId="0" sldId="307"/>
            <ac:picMk id="4" creationId="{4F91A4DE-268A-4588-9C59-7D727E517334}"/>
          </ac:picMkLst>
        </pc:picChg>
      </pc:sldChg>
      <pc:sldChg chg="ord">
        <pc:chgData name="Craig Alexander" userId="cbab3422-1701-47c9-a4f0-14c0d221c31a" providerId="ADAL" clId="{951929DA-F7E3-B347-A3DA-16CD71BBAF8D}" dt="2023-11-15T10:00:13.063" v="33" actId="20578"/>
        <pc:sldMkLst>
          <pc:docMk/>
          <pc:sldMk cId="3128504906" sldId="308"/>
        </pc:sldMkLst>
      </pc:sldChg>
      <pc:sldChg chg="modSp add mod">
        <pc:chgData name="Craig Alexander" userId="cbab3422-1701-47c9-a4f0-14c0d221c31a" providerId="ADAL" clId="{951929DA-F7E3-B347-A3DA-16CD71BBAF8D}" dt="2023-11-15T12:47:12.590" v="222" actId="1076"/>
        <pc:sldMkLst>
          <pc:docMk/>
          <pc:sldMk cId="0" sldId="309"/>
        </pc:sldMkLst>
        <pc:spChg chg="mod">
          <ac:chgData name="Craig Alexander" userId="cbab3422-1701-47c9-a4f0-14c0d221c31a" providerId="ADAL" clId="{951929DA-F7E3-B347-A3DA-16CD71BBAF8D}" dt="2023-11-15T12:47:08.649" v="220" actId="1076"/>
          <ac:spMkLst>
            <pc:docMk/>
            <pc:sldMk cId="0" sldId="309"/>
            <ac:spMk id="422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2:47:05.535" v="219" actId="1076"/>
          <ac:spMkLst>
            <pc:docMk/>
            <pc:sldMk cId="0" sldId="309"/>
            <ac:spMk id="423" creationId="{00000000-0000-0000-0000-000000000000}"/>
          </ac:spMkLst>
        </pc:spChg>
        <pc:picChg chg="mod">
          <ac:chgData name="Craig Alexander" userId="cbab3422-1701-47c9-a4f0-14c0d221c31a" providerId="ADAL" clId="{951929DA-F7E3-B347-A3DA-16CD71BBAF8D}" dt="2023-11-15T12:47:12.590" v="222" actId="1076"/>
          <ac:picMkLst>
            <pc:docMk/>
            <pc:sldMk cId="0" sldId="309"/>
            <ac:picMk id="6" creationId="{0D99041B-9346-4CE5-B07E-B126B21521B0}"/>
          </ac:picMkLst>
        </pc:picChg>
        <pc:picChg chg="mod">
          <ac:chgData name="Craig Alexander" userId="cbab3422-1701-47c9-a4f0-14c0d221c31a" providerId="ADAL" clId="{951929DA-F7E3-B347-A3DA-16CD71BBAF8D}" dt="2023-11-15T12:47:10.296" v="221" actId="1076"/>
          <ac:picMkLst>
            <pc:docMk/>
            <pc:sldMk cId="0" sldId="309"/>
            <ac:picMk id="425" creationId="{00000000-0000-0000-0000-000000000000}"/>
          </ac:picMkLst>
        </pc:picChg>
      </pc:sldChg>
      <pc:sldChg chg="modSp add mod">
        <pc:chgData name="Craig Alexander" userId="cbab3422-1701-47c9-a4f0-14c0d221c31a" providerId="ADAL" clId="{951929DA-F7E3-B347-A3DA-16CD71BBAF8D}" dt="2023-11-15T12:48:37.674" v="232" actId="207"/>
        <pc:sldMkLst>
          <pc:docMk/>
          <pc:sldMk cId="0" sldId="310"/>
        </pc:sldMkLst>
        <pc:spChg chg="mod">
          <ac:chgData name="Craig Alexander" userId="cbab3422-1701-47c9-a4f0-14c0d221c31a" providerId="ADAL" clId="{951929DA-F7E3-B347-A3DA-16CD71BBAF8D}" dt="2023-11-15T12:48:19.426" v="228" actId="1076"/>
          <ac:spMkLst>
            <pc:docMk/>
            <pc:sldMk cId="0" sldId="310"/>
            <ac:spMk id="2" creationId="{EB437070-D08C-4CEA-B95E-0560BCC4378A}"/>
          </ac:spMkLst>
        </pc:spChg>
        <pc:spChg chg="mod">
          <ac:chgData name="Craig Alexander" userId="cbab3422-1701-47c9-a4f0-14c0d221c31a" providerId="ADAL" clId="{951929DA-F7E3-B347-A3DA-16CD71BBAF8D}" dt="2023-11-15T12:48:37.674" v="232" actId="207"/>
          <ac:spMkLst>
            <pc:docMk/>
            <pc:sldMk cId="0" sldId="310"/>
            <ac:spMk id="430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2:48:05.557" v="225" actId="207"/>
          <ac:spMkLst>
            <pc:docMk/>
            <pc:sldMk cId="0" sldId="310"/>
            <ac:spMk id="431" creationId="{00000000-0000-0000-0000-000000000000}"/>
          </ac:spMkLst>
        </pc:spChg>
        <pc:picChg chg="mod">
          <ac:chgData name="Craig Alexander" userId="cbab3422-1701-47c9-a4f0-14c0d221c31a" providerId="ADAL" clId="{951929DA-F7E3-B347-A3DA-16CD71BBAF8D}" dt="2023-11-15T12:48:15.036" v="227" actId="1076"/>
          <ac:picMkLst>
            <pc:docMk/>
            <pc:sldMk cId="0" sldId="310"/>
            <ac:picMk id="432" creationId="{00000000-0000-0000-0000-000000000000}"/>
          </ac:picMkLst>
        </pc:picChg>
        <pc:cxnChg chg="mod">
          <ac:chgData name="Craig Alexander" userId="cbab3422-1701-47c9-a4f0-14c0d221c31a" providerId="ADAL" clId="{951929DA-F7E3-B347-A3DA-16CD71BBAF8D}" dt="2023-11-15T12:48:30.854" v="231" actId="14100"/>
          <ac:cxnSpMkLst>
            <pc:docMk/>
            <pc:sldMk cId="0" sldId="310"/>
            <ac:cxnSpMk id="4" creationId="{42EA6B1E-047A-44B0-8E6F-11E1283F9C01}"/>
          </ac:cxnSpMkLst>
        </pc:cxnChg>
      </pc:sldChg>
      <pc:sldChg chg="modSp add mod">
        <pc:chgData name="Craig Alexander" userId="cbab3422-1701-47c9-a4f0-14c0d221c31a" providerId="ADAL" clId="{951929DA-F7E3-B347-A3DA-16CD71BBAF8D}" dt="2023-11-15T12:49:15.045" v="239" actId="114"/>
        <pc:sldMkLst>
          <pc:docMk/>
          <pc:sldMk cId="2496598534" sldId="314"/>
        </pc:sldMkLst>
        <pc:spChg chg="mod">
          <ac:chgData name="Craig Alexander" userId="cbab3422-1701-47c9-a4f0-14c0d221c31a" providerId="ADAL" clId="{951929DA-F7E3-B347-A3DA-16CD71BBAF8D}" dt="2023-11-15T12:49:15.045" v="239" actId="114"/>
          <ac:spMkLst>
            <pc:docMk/>
            <pc:sldMk cId="2496598534" sldId="314"/>
            <ac:spMk id="455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2:48:57.473" v="235" actId="207"/>
          <ac:spMkLst>
            <pc:docMk/>
            <pc:sldMk cId="2496598534" sldId="314"/>
            <ac:spMk id="456" creationId="{00000000-0000-0000-0000-000000000000}"/>
          </ac:spMkLst>
        </pc:spChg>
      </pc:sldChg>
      <pc:sldChg chg="modSp add mod modNotes">
        <pc:chgData name="Craig Alexander" userId="cbab3422-1701-47c9-a4f0-14c0d221c31a" providerId="ADAL" clId="{951929DA-F7E3-B347-A3DA-16CD71BBAF8D}" dt="2023-11-15T13:16:11.851" v="245" actId="14100"/>
        <pc:sldMkLst>
          <pc:docMk/>
          <pc:sldMk cId="0" sldId="316"/>
        </pc:sldMkLst>
        <pc:spChg chg="mod">
          <ac:chgData name="Craig Alexander" userId="cbab3422-1701-47c9-a4f0-14c0d221c31a" providerId="ADAL" clId="{951929DA-F7E3-B347-A3DA-16CD71BBAF8D}" dt="2023-11-15T13:16:11.851" v="245" actId="14100"/>
          <ac:spMkLst>
            <pc:docMk/>
            <pc:sldMk cId="0" sldId="316"/>
            <ac:spMk id="468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3:16:01.850" v="242" actId="207"/>
          <ac:spMkLst>
            <pc:docMk/>
            <pc:sldMk cId="0" sldId="316"/>
            <ac:spMk id="469" creationId="{00000000-0000-0000-0000-000000000000}"/>
          </ac:spMkLst>
        </pc:spChg>
        <pc:graphicFrameChg chg="mod">
          <ac:chgData name="Craig Alexander" userId="cbab3422-1701-47c9-a4f0-14c0d221c31a" providerId="ADAL" clId="{951929DA-F7E3-B347-A3DA-16CD71BBAF8D}" dt="2023-11-15T13:15:51.861" v="240"/>
          <ac:graphicFrameMkLst>
            <pc:docMk/>
            <pc:sldMk cId="0" sldId="316"/>
            <ac:graphicFrameMk id="2" creationId="{E2C74B6F-4913-4AEE-A5D6-708C0E393F53}"/>
          </ac:graphicFrameMkLst>
        </pc:graphicFrameChg>
      </pc:sldChg>
      <pc:sldChg chg="addSp delSp modSp add mod">
        <pc:chgData name="Craig Alexander" userId="cbab3422-1701-47c9-a4f0-14c0d221c31a" providerId="ADAL" clId="{951929DA-F7E3-B347-A3DA-16CD71BBAF8D}" dt="2023-11-15T13:28:08.745" v="349" actId="1076"/>
        <pc:sldMkLst>
          <pc:docMk/>
          <pc:sldMk cId="0" sldId="318"/>
        </pc:sldMkLst>
        <pc:spChg chg="add mod">
          <ac:chgData name="Craig Alexander" userId="cbab3422-1701-47c9-a4f0-14c0d221c31a" providerId="ADAL" clId="{951929DA-F7E3-B347-A3DA-16CD71BBAF8D}" dt="2023-11-15T13:17:10.461" v="258" actId="1076"/>
          <ac:spMkLst>
            <pc:docMk/>
            <pc:sldMk cId="0" sldId="318"/>
            <ac:spMk id="4" creationId="{7D3DA60E-4811-3D07-90B0-15E79DB30083}"/>
          </ac:spMkLst>
        </pc:spChg>
        <pc:spChg chg="mod">
          <ac:chgData name="Craig Alexander" userId="cbab3422-1701-47c9-a4f0-14c0d221c31a" providerId="ADAL" clId="{951929DA-F7E3-B347-A3DA-16CD71BBAF8D}" dt="2023-11-15T13:16:36.837" v="251" actId="1076"/>
          <ac:spMkLst>
            <pc:docMk/>
            <pc:sldMk cId="0" sldId="318"/>
            <ac:spMk id="482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3:16:30.728" v="249" actId="207"/>
          <ac:spMkLst>
            <pc:docMk/>
            <pc:sldMk cId="0" sldId="318"/>
            <ac:spMk id="483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3:16:44.185" v="253" actId="207"/>
          <ac:spMkLst>
            <pc:docMk/>
            <pc:sldMk cId="0" sldId="318"/>
            <ac:spMk id="484" creationId="{00000000-0000-0000-0000-000000000000}"/>
          </ac:spMkLst>
        </pc:spChg>
        <pc:picChg chg="add mod">
          <ac:chgData name="Craig Alexander" userId="cbab3422-1701-47c9-a4f0-14c0d221c31a" providerId="ADAL" clId="{951929DA-F7E3-B347-A3DA-16CD71BBAF8D}" dt="2023-11-15T13:28:08.745" v="349" actId="1076"/>
          <ac:picMkLst>
            <pc:docMk/>
            <pc:sldMk cId="0" sldId="318"/>
            <ac:picMk id="2" creationId="{AB0D8CA8-1A9E-C30B-CE2F-904FF9E7E61F}"/>
          </ac:picMkLst>
        </pc:picChg>
        <pc:picChg chg="add mod">
          <ac:chgData name="Craig Alexander" userId="cbab3422-1701-47c9-a4f0-14c0d221c31a" providerId="ADAL" clId="{951929DA-F7E3-B347-A3DA-16CD71BBAF8D}" dt="2023-11-15T13:16:58.079" v="256"/>
          <ac:picMkLst>
            <pc:docMk/>
            <pc:sldMk cId="0" sldId="318"/>
            <ac:picMk id="3" creationId="{7F7A665A-C132-1295-7CAB-B7B2E9A080B6}"/>
          </ac:picMkLst>
        </pc:picChg>
        <pc:picChg chg="del">
          <ac:chgData name="Craig Alexander" userId="cbab3422-1701-47c9-a4f0-14c0d221c31a" providerId="ADAL" clId="{951929DA-F7E3-B347-A3DA-16CD71BBAF8D}" dt="2023-11-15T13:16:46.389" v="254" actId="478"/>
          <ac:picMkLst>
            <pc:docMk/>
            <pc:sldMk cId="0" sldId="318"/>
            <ac:picMk id="5" creationId="{37ECA2CB-9E30-41D7-B8DA-8033433C00CB}"/>
          </ac:picMkLst>
        </pc:picChg>
      </pc:sldChg>
      <pc:sldChg chg="delSp modSp add mod modNotes">
        <pc:chgData name="Craig Alexander" userId="cbab3422-1701-47c9-a4f0-14c0d221c31a" providerId="ADAL" clId="{951929DA-F7E3-B347-A3DA-16CD71BBAF8D}" dt="2023-11-15T13:20:07.208" v="274" actId="1076"/>
        <pc:sldMkLst>
          <pc:docMk/>
          <pc:sldMk cId="0" sldId="323"/>
        </pc:sldMkLst>
        <pc:spChg chg="mod">
          <ac:chgData name="Craig Alexander" userId="cbab3422-1701-47c9-a4f0-14c0d221c31a" providerId="ADAL" clId="{951929DA-F7E3-B347-A3DA-16CD71BBAF8D}" dt="2023-11-15T13:20:02.381" v="273" actId="1076"/>
          <ac:spMkLst>
            <pc:docMk/>
            <pc:sldMk cId="0" sldId="323"/>
            <ac:spMk id="10" creationId="{C176480D-3B30-4F34-A82A-AD733B3BF2BE}"/>
          </ac:spMkLst>
        </pc:spChg>
        <pc:spChg chg="del">
          <ac:chgData name="Craig Alexander" userId="cbab3422-1701-47c9-a4f0-14c0d221c31a" providerId="ADAL" clId="{951929DA-F7E3-B347-A3DA-16CD71BBAF8D}" dt="2023-11-15T13:19:52.926" v="270" actId="478"/>
          <ac:spMkLst>
            <pc:docMk/>
            <pc:sldMk cId="0" sldId="323"/>
            <ac:spMk id="12" creationId="{74FC741A-4549-463E-A818-DC1E65E5FF6C}"/>
          </ac:spMkLst>
        </pc:spChg>
        <pc:spChg chg="mod">
          <ac:chgData name="Craig Alexander" userId="cbab3422-1701-47c9-a4f0-14c0d221c31a" providerId="ADAL" clId="{951929DA-F7E3-B347-A3DA-16CD71BBAF8D}" dt="2023-11-15T13:19:43.414" v="267" actId="1076"/>
          <ac:spMkLst>
            <pc:docMk/>
            <pc:sldMk cId="0" sldId="323"/>
            <ac:spMk id="519" creationId="{00000000-0000-0000-0000-000000000000}"/>
          </ac:spMkLst>
        </pc:spChg>
        <pc:graphicFrameChg chg="mod">
          <ac:chgData name="Craig Alexander" userId="cbab3422-1701-47c9-a4f0-14c0d221c31a" providerId="ADAL" clId="{951929DA-F7E3-B347-A3DA-16CD71BBAF8D}" dt="2023-11-15T13:20:07.208" v="274" actId="1076"/>
          <ac:graphicFrameMkLst>
            <pc:docMk/>
            <pc:sldMk cId="0" sldId="323"/>
            <ac:graphicFrameMk id="7" creationId="{1B825DC7-A390-4558-94BE-2F948C921E86}"/>
          </ac:graphicFrameMkLst>
        </pc:graphicFrameChg>
        <pc:picChg chg="del">
          <ac:chgData name="Craig Alexander" userId="cbab3422-1701-47c9-a4f0-14c0d221c31a" providerId="ADAL" clId="{951929DA-F7E3-B347-A3DA-16CD71BBAF8D}" dt="2023-11-15T13:19:53.835" v="271" actId="478"/>
          <ac:picMkLst>
            <pc:docMk/>
            <pc:sldMk cId="0" sldId="323"/>
            <ac:picMk id="8" creationId="{271EB75A-6B36-4A97-9DB6-A9F588872FFA}"/>
          </ac:picMkLst>
        </pc:picChg>
        <pc:picChg chg="del">
          <ac:chgData name="Craig Alexander" userId="cbab3422-1701-47c9-a4f0-14c0d221c31a" providerId="ADAL" clId="{951929DA-F7E3-B347-A3DA-16CD71BBAF8D}" dt="2023-11-15T13:19:45.776" v="268" actId="478"/>
          <ac:picMkLst>
            <pc:docMk/>
            <pc:sldMk cId="0" sldId="323"/>
            <ac:picMk id="520" creationId="{00000000-0000-0000-0000-000000000000}"/>
          </ac:picMkLst>
        </pc:picChg>
      </pc:sldChg>
      <pc:sldChg chg="addSp delSp modSp add mod modNotes">
        <pc:chgData name="Craig Alexander" userId="cbab3422-1701-47c9-a4f0-14c0d221c31a" providerId="ADAL" clId="{951929DA-F7E3-B347-A3DA-16CD71BBAF8D}" dt="2023-11-15T13:29:10.332" v="354"/>
        <pc:sldMkLst>
          <pc:docMk/>
          <pc:sldMk cId="0" sldId="324"/>
        </pc:sldMkLst>
        <pc:spChg chg="add mod">
          <ac:chgData name="Craig Alexander" userId="cbab3422-1701-47c9-a4f0-14c0d221c31a" providerId="ADAL" clId="{951929DA-F7E3-B347-A3DA-16CD71BBAF8D}" dt="2023-11-15T13:28:24.768" v="352"/>
          <ac:spMkLst>
            <pc:docMk/>
            <pc:sldMk cId="0" sldId="324"/>
            <ac:spMk id="5" creationId="{0D774123-136E-26AB-07E8-7CAC27BEF7A9}"/>
          </ac:spMkLst>
        </pc:spChg>
        <pc:spChg chg="add del mod">
          <ac:chgData name="Craig Alexander" userId="cbab3422-1701-47c9-a4f0-14c0d221c31a" providerId="ADAL" clId="{951929DA-F7E3-B347-A3DA-16CD71BBAF8D}" dt="2023-11-15T13:29:10.332" v="354"/>
          <ac:spMkLst>
            <pc:docMk/>
            <pc:sldMk cId="0" sldId="324"/>
            <ac:spMk id="6" creationId="{B38A5AA2-8B5C-E188-D913-5AA910CA6ADE}"/>
          </ac:spMkLst>
        </pc:spChg>
        <pc:spChg chg="mod">
          <ac:chgData name="Craig Alexander" userId="cbab3422-1701-47c9-a4f0-14c0d221c31a" providerId="ADAL" clId="{951929DA-F7E3-B347-A3DA-16CD71BBAF8D}" dt="2023-11-15T13:28:02.006" v="347" actId="14100"/>
          <ac:spMkLst>
            <pc:docMk/>
            <pc:sldMk cId="0" sldId="324"/>
            <ac:spMk id="529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3:27:48.170" v="343" actId="1076"/>
          <ac:spMkLst>
            <pc:docMk/>
            <pc:sldMk cId="0" sldId="324"/>
            <ac:spMk id="530" creationId="{00000000-0000-0000-0000-000000000000}"/>
          </ac:spMkLst>
        </pc:spChg>
        <pc:picChg chg="add mod">
          <ac:chgData name="Craig Alexander" userId="cbab3422-1701-47c9-a4f0-14c0d221c31a" providerId="ADAL" clId="{951929DA-F7E3-B347-A3DA-16CD71BBAF8D}" dt="2023-11-15T13:28:11.959" v="350"/>
          <ac:picMkLst>
            <pc:docMk/>
            <pc:sldMk cId="0" sldId="324"/>
            <ac:picMk id="2" creationId="{9477B88A-E9EA-8458-22BD-8307E343E422}"/>
          </ac:picMkLst>
        </pc:picChg>
        <pc:picChg chg="add mod">
          <ac:chgData name="Craig Alexander" userId="cbab3422-1701-47c9-a4f0-14c0d221c31a" providerId="ADAL" clId="{951929DA-F7E3-B347-A3DA-16CD71BBAF8D}" dt="2023-11-15T13:28:17.919" v="351"/>
          <ac:picMkLst>
            <pc:docMk/>
            <pc:sldMk cId="0" sldId="324"/>
            <ac:picMk id="3" creationId="{48D284E0-F435-1194-F284-CC853FDE13E1}"/>
          </ac:picMkLst>
        </pc:picChg>
        <pc:picChg chg="del">
          <ac:chgData name="Craig Alexander" userId="cbab3422-1701-47c9-a4f0-14c0d221c31a" providerId="ADAL" clId="{951929DA-F7E3-B347-A3DA-16CD71BBAF8D}" dt="2023-11-15T13:27:49.998" v="344" actId="478"/>
          <ac:picMkLst>
            <pc:docMk/>
            <pc:sldMk cId="0" sldId="324"/>
            <ac:picMk id="4" creationId="{ED0C60A0-48EC-41E1-BF88-5A81B056596A}"/>
          </ac:picMkLst>
        </pc:picChg>
      </pc:sldChg>
      <pc:sldChg chg="del">
        <pc:chgData name="Craig Alexander" userId="cbab3422-1701-47c9-a4f0-14c0d221c31a" providerId="ADAL" clId="{951929DA-F7E3-B347-A3DA-16CD71BBAF8D}" dt="2023-11-15T09:59:45.558" v="23" actId="2696"/>
        <pc:sldMkLst>
          <pc:docMk/>
          <pc:sldMk cId="1536064705" sldId="328"/>
        </pc:sldMkLst>
      </pc:sldChg>
      <pc:sldChg chg="addSp delSp modSp mod ord modShow">
        <pc:chgData name="Craig Alexander" userId="cbab3422-1701-47c9-a4f0-14c0d221c31a" providerId="ADAL" clId="{951929DA-F7E3-B347-A3DA-16CD71BBAF8D}" dt="2023-11-15T11:01:03.909" v="111" actId="20577"/>
        <pc:sldMkLst>
          <pc:docMk/>
          <pc:sldMk cId="1619170638" sldId="332"/>
        </pc:sldMkLst>
        <pc:spChg chg="mod">
          <ac:chgData name="Craig Alexander" userId="cbab3422-1701-47c9-a4f0-14c0d221c31a" providerId="ADAL" clId="{951929DA-F7E3-B347-A3DA-16CD71BBAF8D}" dt="2023-11-15T11:01:03.909" v="111" actId="20577"/>
          <ac:spMkLst>
            <pc:docMk/>
            <pc:sldMk cId="1619170638" sldId="332"/>
            <ac:spMk id="4" creationId="{4FF9C9CC-A3B3-E8C1-C479-A5E645C87F16}"/>
          </ac:spMkLst>
        </pc:spChg>
        <pc:picChg chg="del">
          <ac:chgData name="Craig Alexander" userId="cbab3422-1701-47c9-a4f0-14c0d221c31a" providerId="ADAL" clId="{951929DA-F7E3-B347-A3DA-16CD71BBAF8D}" dt="2023-11-15T11:00:52.832" v="92" actId="478"/>
          <ac:picMkLst>
            <pc:docMk/>
            <pc:sldMk cId="1619170638" sldId="332"/>
            <ac:picMk id="2" creationId="{8A65AF45-7349-041F-E5BD-48F8D2C86310}"/>
          </ac:picMkLst>
        </pc:picChg>
        <pc:picChg chg="add mod">
          <ac:chgData name="Craig Alexander" userId="cbab3422-1701-47c9-a4f0-14c0d221c31a" providerId="ADAL" clId="{951929DA-F7E3-B347-A3DA-16CD71BBAF8D}" dt="2023-11-15T11:00:53.411" v="93"/>
          <ac:picMkLst>
            <pc:docMk/>
            <pc:sldMk cId="1619170638" sldId="332"/>
            <ac:picMk id="5" creationId="{483598FF-44B1-9C9B-1D9D-B4E1B8192E55}"/>
          </ac:picMkLst>
        </pc:picChg>
      </pc:sldChg>
      <pc:sldChg chg="mod ord modShow">
        <pc:chgData name="Craig Alexander" userId="cbab3422-1701-47c9-a4f0-14c0d221c31a" providerId="ADAL" clId="{951929DA-F7E3-B347-A3DA-16CD71BBAF8D}" dt="2023-11-15T13:34:58.272" v="556" actId="729"/>
        <pc:sldMkLst>
          <pc:docMk/>
          <pc:sldMk cId="2209113093" sldId="333"/>
        </pc:sldMkLst>
      </pc:sldChg>
      <pc:sldChg chg="addSp delSp modSp mod ord modShow">
        <pc:chgData name="Craig Alexander" userId="cbab3422-1701-47c9-a4f0-14c0d221c31a" providerId="ADAL" clId="{951929DA-F7E3-B347-A3DA-16CD71BBAF8D}" dt="2023-11-15T11:01:29.801" v="131" actId="20577"/>
        <pc:sldMkLst>
          <pc:docMk/>
          <pc:sldMk cId="2202152484" sldId="334"/>
        </pc:sldMkLst>
        <pc:spChg chg="mod">
          <ac:chgData name="Craig Alexander" userId="cbab3422-1701-47c9-a4f0-14c0d221c31a" providerId="ADAL" clId="{951929DA-F7E3-B347-A3DA-16CD71BBAF8D}" dt="2023-11-15T11:01:29.801" v="131" actId="20577"/>
          <ac:spMkLst>
            <pc:docMk/>
            <pc:sldMk cId="2202152484" sldId="334"/>
            <ac:spMk id="4" creationId="{C52D4AFD-4207-D7B2-9F61-31B24983A2C7}"/>
          </ac:spMkLst>
        </pc:spChg>
        <pc:picChg chg="del">
          <ac:chgData name="Craig Alexander" userId="cbab3422-1701-47c9-a4f0-14c0d221c31a" providerId="ADAL" clId="{951929DA-F7E3-B347-A3DA-16CD71BBAF8D}" dt="2023-11-15T11:01:19.079" v="112" actId="478"/>
          <ac:picMkLst>
            <pc:docMk/>
            <pc:sldMk cId="2202152484" sldId="334"/>
            <ac:picMk id="3" creationId="{8B4A69D1-9B75-1B9B-AD72-FBDAE49B16C3}"/>
          </ac:picMkLst>
        </pc:picChg>
        <pc:picChg chg="add mod">
          <ac:chgData name="Craig Alexander" userId="cbab3422-1701-47c9-a4f0-14c0d221c31a" providerId="ADAL" clId="{951929DA-F7E3-B347-A3DA-16CD71BBAF8D}" dt="2023-11-15T11:01:19.410" v="113"/>
          <ac:picMkLst>
            <pc:docMk/>
            <pc:sldMk cId="2202152484" sldId="334"/>
            <ac:picMk id="5" creationId="{FC646282-50E4-D263-B84E-0BAF5A971A72}"/>
          </ac:picMkLst>
        </pc:picChg>
      </pc:sldChg>
      <pc:sldChg chg="mod ord modShow">
        <pc:chgData name="Craig Alexander" userId="cbab3422-1701-47c9-a4f0-14c0d221c31a" providerId="ADAL" clId="{951929DA-F7E3-B347-A3DA-16CD71BBAF8D}" dt="2023-11-15T13:35:01.198" v="557" actId="729"/>
        <pc:sldMkLst>
          <pc:docMk/>
          <pc:sldMk cId="372489487" sldId="335"/>
        </pc:sldMkLst>
      </pc:sldChg>
      <pc:sldChg chg="addSp delSp modSp mod ord">
        <pc:chgData name="Craig Alexander" userId="cbab3422-1701-47c9-a4f0-14c0d221c31a" providerId="ADAL" clId="{951929DA-F7E3-B347-A3DA-16CD71BBAF8D}" dt="2023-11-15T11:00:47.865" v="91" actId="20577"/>
        <pc:sldMkLst>
          <pc:docMk/>
          <pc:sldMk cId="1583002210" sldId="591"/>
        </pc:sldMkLst>
        <pc:spChg chg="mod">
          <ac:chgData name="Craig Alexander" userId="cbab3422-1701-47c9-a4f0-14c0d221c31a" providerId="ADAL" clId="{951929DA-F7E3-B347-A3DA-16CD71BBAF8D}" dt="2023-11-15T11:00:47.865" v="91" actId="20577"/>
          <ac:spMkLst>
            <pc:docMk/>
            <pc:sldMk cId="1583002210" sldId="591"/>
            <ac:spMk id="5" creationId="{F0E4D11B-80AE-6BEC-6629-0740052AEE5F}"/>
          </ac:spMkLst>
        </pc:spChg>
        <pc:picChg chg="del">
          <ac:chgData name="Craig Alexander" userId="cbab3422-1701-47c9-a4f0-14c0d221c31a" providerId="ADAL" clId="{951929DA-F7E3-B347-A3DA-16CD71BBAF8D}" dt="2023-11-15T11:00:31.412" v="72" actId="478"/>
          <ac:picMkLst>
            <pc:docMk/>
            <pc:sldMk cId="1583002210" sldId="591"/>
            <ac:picMk id="3" creationId="{9A019E50-E17C-EC18-BAAB-318D71E258A3}"/>
          </ac:picMkLst>
        </pc:picChg>
        <pc:picChg chg="add mod">
          <ac:chgData name="Craig Alexander" userId="cbab3422-1701-47c9-a4f0-14c0d221c31a" providerId="ADAL" clId="{951929DA-F7E3-B347-A3DA-16CD71BBAF8D}" dt="2023-11-15T11:00:31.807" v="73"/>
          <ac:picMkLst>
            <pc:docMk/>
            <pc:sldMk cId="1583002210" sldId="591"/>
            <ac:picMk id="6" creationId="{C0CAA75D-EB5A-1F55-D218-28E78B7C876B}"/>
          </ac:picMkLst>
        </pc:picChg>
      </pc:sldChg>
      <pc:sldChg chg="addSp modSp">
        <pc:chgData name="Craig Alexander" userId="cbab3422-1701-47c9-a4f0-14c0d221c31a" providerId="ADAL" clId="{951929DA-F7E3-B347-A3DA-16CD71BBAF8D}" dt="2023-11-15T11:09:36.601" v="182"/>
        <pc:sldMkLst>
          <pc:docMk/>
          <pc:sldMk cId="1254507718" sldId="627"/>
        </pc:sldMkLst>
        <pc:spChg chg="add mod">
          <ac:chgData name="Craig Alexander" userId="cbab3422-1701-47c9-a4f0-14c0d221c31a" providerId="ADAL" clId="{951929DA-F7E3-B347-A3DA-16CD71BBAF8D}" dt="2023-11-15T11:09:36.601" v="182"/>
          <ac:spMkLst>
            <pc:docMk/>
            <pc:sldMk cId="1254507718" sldId="627"/>
            <ac:spMk id="4" creationId="{7D7EB48F-0D99-867E-F5A1-7B0F84487549}"/>
          </ac:spMkLst>
        </pc:spChg>
      </pc:sldChg>
      <pc:sldChg chg="del">
        <pc:chgData name="Craig Alexander" userId="cbab3422-1701-47c9-a4f0-14c0d221c31a" providerId="ADAL" clId="{951929DA-F7E3-B347-A3DA-16CD71BBAF8D}" dt="2023-11-15T09:59:29.766" v="3" actId="2696"/>
        <pc:sldMkLst>
          <pc:docMk/>
          <pc:sldMk cId="2820539601" sldId="643"/>
        </pc:sldMkLst>
      </pc:sldChg>
      <pc:sldChg chg="ord">
        <pc:chgData name="Craig Alexander" userId="cbab3422-1701-47c9-a4f0-14c0d221c31a" providerId="ADAL" clId="{951929DA-F7E3-B347-A3DA-16CD71BBAF8D}" dt="2023-11-15T09:59:52.454" v="27" actId="20578"/>
        <pc:sldMkLst>
          <pc:docMk/>
          <pc:sldMk cId="3962809886" sldId="651"/>
        </pc:sldMkLst>
      </pc:sldChg>
      <pc:sldChg chg="modSp add mod">
        <pc:chgData name="Craig Alexander" userId="cbab3422-1701-47c9-a4f0-14c0d221c31a" providerId="ADAL" clId="{951929DA-F7E3-B347-A3DA-16CD71BBAF8D}" dt="2023-11-15T10:54:30.761" v="45" actId="1076"/>
        <pc:sldMkLst>
          <pc:docMk/>
          <pc:sldMk cId="3306440803" sldId="653"/>
        </pc:sldMkLst>
        <pc:spChg chg="mod">
          <ac:chgData name="Craig Alexander" userId="cbab3422-1701-47c9-a4f0-14c0d221c31a" providerId="ADAL" clId="{951929DA-F7E3-B347-A3DA-16CD71BBAF8D}" dt="2023-11-15T10:54:27.103" v="44" actId="1076"/>
          <ac:spMkLst>
            <pc:docMk/>
            <pc:sldMk cId="3306440803" sldId="653"/>
            <ac:spMk id="65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0:54:20.899" v="42" actId="207"/>
          <ac:spMkLst>
            <pc:docMk/>
            <pc:sldMk cId="3306440803" sldId="653"/>
            <ac:spMk id="66" creationId="{00000000-0000-0000-0000-000000000000}"/>
          </ac:spMkLst>
        </pc:spChg>
        <pc:spChg chg="mod">
          <ac:chgData name="Craig Alexander" userId="cbab3422-1701-47c9-a4f0-14c0d221c31a" providerId="ADAL" clId="{951929DA-F7E3-B347-A3DA-16CD71BBAF8D}" dt="2023-11-15T10:54:30.761" v="45" actId="1076"/>
          <ac:spMkLst>
            <pc:docMk/>
            <pc:sldMk cId="3306440803" sldId="653"/>
            <ac:spMk id="67" creationId="{00000000-0000-0000-0000-000000000000}"/>
          </ac:spMkLst>
        </pc:spChg>
        <pc:picChg chg="mod">
          <ac:chgData name="Craig Alexander" userId="cbab3422-1701-47c9-a4f0-14c0d221c31a" providerId="ADAL" clId="{951929DA-F7E3-B347-A3DA-16CD71BBAF8D}" dt="2023-11-15T10:54:24.403" v="43" actId="1076"/>
          <ac:picMkLst>
            <pc:docMk/>
            <pc:sldMk cId="3306440803" sldId="653"/>
            <ac:picMk id="68" creationId="{00000000-0000-0000-0000-000000000000}"/>
          </ac:picMkLst>
        </pc:picChg>
      </pc:sldChg>
      <pc:sldChg chg="modSp add mod">
        <pc:chgData name="Craig Alexander" userId="cbab3422-1701-47c9-a4f0-14c0d221c31a" providerId="ADAL" clId="{951929DA-F7E3-B347-A3DA-16CD71BBAF8D}" dt="2023-11-15T10:54:55.574" v="49" actId="1076"/>
        <pc:sldMkLst>
          <pc:docMk/>
          <pc:sldMk cId="2121240763" sldId="654"/>
        </pc:sldMkLst>
        <pc:spChg chg="mod">
          <ac:chgData name="Craig Alexander" userId="cbab3422-1701-47c9-a4f0-14c0d221c31a" providerId="ADAL" clId="{951929DA-F7E3-B347-A3DA-16CD71BBAF8D}" dt="2023-11-15T10:54:55.574" v="49" actId="1076"/>
          <ac:spMkLst>
            <pc:docMk/>
            <pc:sldMk cId="2121240763" sldId="654"/>
            <ac:spMk id="7" creationId="{C5D8FE8D-0D9C-46EE-B116-6AF106DE6266}"/>
          </ac:spMkLst>
        </pc:spChg>
        <pc:spChg chg="mod">
          <ac:chgData name="Craig Alexander" userId="cbab3422-1701-47c9-a4f0-14c0d221c31a" providerId="ADAL" clId="{951929DA-F7E3-B347-A3DA-16CD71BBAF8D}" dt="2023-11-15T10:54:44.652" v="47" actId="1076"/>
          <ac:spMkLst>
            <pc:docMk/>
            <pc:sldMk cId="2121240763" sldId="654"/>
            <ac:spMk id="73" creationId="{00000000-0000-0000-0000-000000000000}"/>
          </ac:spMkLst>
        </pc:spChg>
        <pc:picChg chg="mod">
          <ac:chgData name="Craig Alexander" userId="cbab3422-1701-47c9-a4f0-14c0d221c31a" providerId="ADAL" clId="{951929DA-F7E3-B347-A3DA-16CD71BBAF8D}" dt="2023-11-15T10:54:50.386" v="48" actId="1076"/>
          <ac:picMkLst>
            <pc:docMk/>
            <pc:sldMk cId="2121240763" sldId="654"/>
            <ac:picMk id="75" creationId="{00000000-0000-0000-0000-000000000000}"/>
          </ac:picMkLst>
        </pc:picChg>
      </pc:sldChg>
      <pc:sldChg chg="addSp delSp modSp add mod">
        <pc:chgData name="Craig Alexander" userId="cbab3422-1701-47c9-a4f0-14c0d221c31a" providerId="ADAL" clId="{951929DA-F7E3-B347-A3DA-16CD71BBAF8D}" dt="2023-11-15T11:09:19.765" v="181" actId="1076"/>
        <pc:sldMkLst>
          <pc:docMk/>
          <pc:sldMk cId="1837226633" sldId="657"/>
        </pc:sldMkLst>
        <pc:spChg chg="mod">
          <ac:chgData name="Craig Alexander" userId="cbab3422-1701-47c9-a4f0-14c0d221c31a" providerId="ADAL" clId="{951929DA-F7E3-B347-A3DA-16CD71BBAF8D}" dt="2023-11-15T11:08:48.672" v="175" actId="207"/>
          <ac:spMkLst>
            <pc:docMk/>
            <pc:sldMk cId="1837226633" sldId="657"/>
            <ac:spMk id="2" creationId="{52B02F40-7024-402F-9470-CC3DEF0120F8}"/>
          </ac:spMkLst>
        </pc:spChg>
        <pc:spChg chg="mod">
          <ac:chgData name="Craig Alexander" userId="cbab3422-1701-47c9-a4f0-14c0d221c31a" providerId="ADAL" clId="{951929DA-F7E3-B347-A3DA-16CD71BBAF8D}" dt="2023-11-15T11:08:51.991" v="176" actId="207"/>
          <ac:spMkLst>
            <pc:docMk/>
            <pc:sldMk cId="1837226633" sldId="657"/>
            <ac:spMk id="4" creationId="{63FEB31C-581F-4715-8A2A-31AE5EF6AED3}"/>
          </ac:spMkLst>
        </pc:spChg>
        <pc:spChg chg="del mod">
          <ac:chgData name="Craig Alexander" userId="cbab3422-1701-47c9-a4f0-14c0d221c31a" providerId="ADAL" clId="{951929DA-F7E3-B347-A3DA-16CD71BBAF8D}" dt="2023-11-15T11:08:29.592" v="169" actId="478"/>
          <ac:spMkLst>
            <pc:docMk/>
            <pc:sldMk cId="1837226633" sldId="657"/>
            <ac:spMk id="6" creationId="{A2CEB0D7-E4D3-4D7D-8F23-0288E0C10A4C}"/>
          </ac:spMkLst>
        </pc:spChg>
        <pc:spChg chg="add mod">
          <ac:chgData name="Craig Alexander" userId="cbab3422-1701-47c9-a4f0-14c0d221c31a" providerId="ADAL" clId="{951929DA-F7E3-B347-A3DA-16CD71BBAF8D}" dt="2023-11-15T11:09:19.765" v="181" actId="1076"/>
          <ac:spMkLst>
            <pc:docMk/>
            <pc:sldMk cId="1837226633" sldId="657"/>
            <ac:spMk id="9" creationId="{A1B0B190-AD55-3896-3ADA-2CF8CDF3B010}"/>
          </ac:spMkLst>
        </pc:spChg>
        <pc:picChg chg="add mod">
          <ac:chgData name="Craig Alexander" userId="cbab3422-1701-47c9-a4f0-14c0d221c31a" providerId="ADAL" clId="{951929DA-F7E3-B347-A3DA-16CD71BBAF8D}" dt="2023-11-15T11:09:00.848" v="177"/>
          <ac:picMkLst>
            <pc:docMk/>
            <pc:sldMk cId="1837226633" sldId="657"/>
            <ac:picMk id="3" creationId="{F494F123-A9AA-FFAF-C674-67F346940D37}"/>
          </ac:picMkLst>
        </pc:picChg>
        <pc:picChg chg="mod">
          <ac:chgData name="Craig Alexander" userId="cbab3422-1701-47c9-a4f0-14c0d221c31a" providerId="ADAL" clId="{951929DA-F7E3-B347-A3DA-16CD71BBAF8D}" dt="2023-11-15T11:08:40.573" v="172" actId="1076"/>
          <ac:picMkLst>
            <pc:docMk/>
            <pc:sldMk cId="1837226633" sldId="657"/>
            <ac:picMk id="5" creationId="{6BF139A4-6039-4BF2-8F97-770865E67E79}"/>
          </ac:picMkLst>
        </pc:picChg>
        <pc:picChg chg="del">
          <ac:chgData name="Craig Alexander" userId="cbab3422-1701-47c9-a4f0-14c0d221c31a" providerId="ADAL" clId="{951929DA-F7E3-B347-A3DA-16CD71BBAF8D}" dt="2023-11-15T11:08:31.945" v="170" actId="478"/>
          <ac:picMkLst>
            <pc:docMk/>
            <pc:sldMk cId="1837226633" sldId="657"/>
            <ac:picMk id="7" creationId="{2EA76CA8-EA24-4876-9C12-24337FA969DC}"/>
          </ac:picMkLst>
        </pc:picChg>
        <pc:picChg chg="add mod">
          <ac:chgData name="Craig Alexander" userId="cbab3422-1701-47c9-a4f0-14c0d221c31a" providerId="ADAL" clId="{951929DA-F7E3-B347-A3DA-16CD71BBAF8D}" dt="2023-11-15T11:09:09.796" v="179" actId="14100"/>
          <ac:picMkLst>
            <pc:docMk/>
            <pc:sldMk cId="1837226633" sldId="657"/>
            <ac:picMk id="8" creationId="{76242AF0-3FAC-7F11-E76F-992C704DF51B}"/>
          </ac:picMkLst>
        </pc:picChg>
      </pc:sldChg>
      <pc:sldChg chg="delSp modSp add mod">
        <pc:chgData name="Craig Alexander" userId="cbab3422-1701-47c9-a4f0-14c0d221c31a" providerId="ADAL" clId="{951929DA-F7E3-B347-A3DA-16CD71BBAF8D}" dt="2023-11-15T13:21:04.022" v="285" actId="1076"/>
        <pc:sldMkLst>
          <pc:docMk/>
          <pc:sldMk cId="2772863168" sldId="660"/>
        </pc:sldMkLst>
        <pc:spChg chg="mod">
          <ac:chgData name="Craig Alexander" userId="cbab3422-1701-47c9-a4f0-14c0d221c31a" providerId="ADAL" clId="{951929DA-F7E3-B347-A3DA-16CD71BBAF8D}" dt="2023-11-15T13:20:49.689" v="282" actId="1076"/>
          <ac:spMkLst>
            <pc:docMk/>
            <pc:sldMk cId="2772863168" sldId="660"/>
            <ac:spMk id="2" creationId="{D1A5A07E-1267-41B6-9409-97FCD51A6533}"/>
          </ac:spMkLst>
        </pc:spChg>
        <pc:spChg chg="mod">
          <ac:chgData name="Craig Alexander" userId="cbab3422-1701-47c9-a4f0-14c0d221c31a" providerId="ADAL" clId="{951929DA-F7E3-B347-A3DA-16CD71BBAF8D}" dt="2023-11-15T13:20:40.497" v="279" actId="1076"/>
          <ac:spMkLst>
            <pc:docMk/>
            <pc:sldMk cId="2772863168" sldId="660"/>
            <ac:spMk id="3" creationId="{BF4BB8C6-254C-4E67-8DBE-4DDA95507EFD}"/>
          </ac:spMkLst>
        </pc:spChg>
        <pc:spChg chg="mod">
          <ac:chgData name="Craig Alexander" userId="cbab3422-1701-47c9-a4f0-14c0d221c31a" providerId="ADAL" clId="{951929DA-F7E3-B347-A3DA-16CD71BBAF8D}" dt="2023-11-15T13:20:46.796" v="281" actId="1076"/>
          <ac:spMkLst>
            <pc:docMk/>
            <pc:sldMk cId="2772863168" sldId="660"/>
            <ac:spMk id="10" creationId="{185B2481-B786-4D9B-8578-26720159E7E5}"/>
          </ac:spMkLst>
        </pc:spChg>
        <pc:spChg chg="mod">
          <ac:chgData name="Craig Alexander" userId="cbab3422-1701-47c9-a4f0-14c0d221c31a" providerId="ADAL" clId="{951929DA-F7E3-B347-A3DA-16CD71BBAF8D}" dt="2023-11-15T13:20:43.275" v="280" actId="1076"/>
          <ac:spMkLst>
            <pc:docMk/>
            <pc:sldMk cId="2772863168" sldId="660"/>
            <ac:spMk id="11" creationId="{6F284ADE-CE5E-4A5F-B291-7CA90ABBEAFD}"/>
          </ac:spMkLst>
        </pc:spChg>
        <pc:spChg chg="mod">
          <ac:chgData name="Craig Alexander" userId="cbab3422-1701-47c9-a4f0-14c0d221c31a" providerId="ADAL" clId="{951929DA-F7E3-B347-A3DA-16CD71BBAF8D}" dt="2023-11-15T13:20:36.799" v="278" actId="207"/>
          <ac:spMkLst>
            <pc:docMk/>
            <pc:sldMk cId="2772863168" sldId="660"/>
            <ac:spMk id="519" creationId="{00000000-0000-0000-0000-000000000000}"/>
          </ac:spMkLst>
        </pc:spChg>
        <pc:graphicFrameChg chg="mod">
          <ac:chgData name="Craig Alexander" userId="cbab3422-1701-47c9-a4f0-14c0d221c31a" providerId="ADAL" clId="{951929DA-F7E3-B347-A3DA-16CD71BBAF8D}" dt="2023-11-15T13:21:04.022" v="285" actId="1076"/>
          <ac:graphicFrameMkLst>
            <pc:docMk/>
            <pc:sldMk cId="2772863168" sldId="660"/>
            <ac:graphicFrameMk id="8" creationId="{7479739B-C938-4040-8CA8-9CBCE21BC441}"/>
          </ac:graphicFrameMkLst>
        </pc:graphicFrameChg>
        <pc:picChg chg="del">
          <ac:chgData name="Craig Alexander" userId="cbab3422-1701-47c9-a4f0-14c0d221c31a" providerId="ADAL" clId="{951929DA-F7E3-B347-A3DA-16CD71BBAF8D}" dt="2023-11-15T13:20:58.959" v="284" actId="478"/>
          <ac:picMkLst>
            <pc:docMk/>
            <pc:sldMk cId="2772863168" sldId="660"/>
            <ac:picMk id="520" creationId="{00000000-0000-0000-0000-000000000000}"/>
          </ac:picMkLst>
        </pc:picChg>
      </pc:sldChg>
      <pc:sldChg chg="addSp delSp modSp add mod modAnim">
        <pc:chgData name="Craig Alexander" userId="cbab3422-1701-47c9-a4f0-14c0d221c31a" providerId="ADAL" clId="{951929DA-F7E3-B347-A3DA-16CD71BBAF8D}" dt="2023-11-15T13:41:52.432" v="574" actId="20577"/>
        <pc:sldMkLst>
          <pc:docMk/>
          <pc:sldMk cId="984725494" sldId="662"/>
        </pc:sldMkLst>
        <pc:spChg chg="mod">
          <ac:chgData name="Craig Alexander" userId="cbab3422-1701-47c9-a4f0-14c0d221c31a" providerId="ADAL" clId="{951929DA-F7E3-B347-A3DA-16CD71BBAF8D}" dt="2023-11-15T13:30:02.300" v="390" actId="20577"/>
          <ac:spMkLst>
            <pc:docMk/>
            <pc:sldMk cId="984725494" sldId="662"/>
            <ac:spMk id="2" creationId="{413C0FEE-15A1-4F03-AFC0-568AC3DEE239}"/>
          </ac:spMkLst>
        </pc:spChg>
        <pc:spChg chg="mod">
          <ac:chgData name="Craig Alexander" userId="cbab3422-1701-47c9-a4f0-14c0d221c31a" providerId="ADAL" clId="{951929DA-F7E3-B347-A3DA-16CD71BBAF8D}" dt="2023-11-15T13:41:52.432" v="574" actId="20577"/>
          <ac:spMkLst>
            <pc:docMk/>
            <pc:sldMk cId="984725494" sldId="662"/>
            <ac:spMk id="3" creationId="{B1D7A772-7D15-427D-AE80-9D8B4AC29010}"/>
          </ac:spMkLst>
        </pc:spChg>
        <pc:spChg chg="mod">
          <ac:chgData name="Craig Alexander" userId="cbab3422-1701-47c9-a4f0-14c0d221c31a" providerId="ADAL" clId="{951929DA-F7E3-B347-A3DA-16CD71BBAF8D}" dt="2023-11-15T13:31:36.163" v="485" actId="1076"/>
          <ac:spMkLst>
            <pc:docMk/>
            <pc:sldMk cId="984725494" sldId="662"/>
            <ac:spMk id="5" creationId="{31DBA27C-F0FB-4D93-944C-24BEBAA58CF8}"/>
          </ac:spMkLst>
        </pc:spChg>
        <pc:picChg chg="del">
          <ac:chgData name="Craig Alexander" userId="cbab3422-1701-47c9-a4f0-14c0d221c31a" providerId="ADAL" clId="{951929DA-F7E3-B347-A3DA-16CD71BBAF8D}" dt="2023-11-15T13:31:31.498" v="484" actId="478"/>
          <ac:picMkLst>
            <pc:docMk/>
            <pc:sldMk cId="984725494" sldId="662"/>
            <ac:picMk id="6" creationId="{AE2B55DC-39C9-482E-8D9D-B9D13297BB4E}"/>
          </ac:picMkLst>
        </pc:picChg>
        <pc:picChg chg="add mod">
          <ac:chgData name="Craig Alexander" userId="cbab3422-1701-47c9-a4f0-14c0d221c31a" providerId="ADAL" clId="{951929DA-F7E3-B347-A3DA-16CD71BBAF8D}" dt="2023-11-15T13:33:34.583" v="549" actId="1076"/>
          <ac:picMkLst>
            <pc:docMk/>
            <pc:sldMk cId="984725494" sldId="662"/>
            <ac:picMk id="14338" creationId="{03D4F899-C294-DD51-A6F6-F3D976809FC1}"/>
          </ac:picMkLst>
        </pc:picChg>
      </pc:sldChg>
      <pc:sldChg chg="del">
        <pc:chgData name="Craig Alexander" userId="cbab3422-1701-47c9-a4f0-14c0d221c31a" providerId="ADAL" clId="{951929DA-F7E3-B347-A3DA-16CD71BBAF8D}" dt="2023-11-15T09:59:30.538" v="5" actId="2696"/>
        <pc:sldMkLst>
          <pc:docMk/>
          <pc:sldMk cId="425285103" sldId="664"/>
        </pc:sldMkLst>
      </pc:sldChg>
      <pc:sldChg chg="ord">
        <pc:chgData name="Craig Alexander" userId="cbab3422-1701-47c9-a4f0-14c0d221c31a" providerId="ADAL" clId="{951929DA-F7E3-B347-A3DA-16CD71BBAF8D}" dt="2023-11-15T10:00:09.563" v="32" actId="20578"/>
        <pc:sldMkLst>
          <pc:docMk/>
          <pc:sldMk cId="1387774332" sldId="685"/>
        </pc:sldMkLst>
      </pc:sldChg>
      <pc:sldChg chg="del">
        <pc:chgData name="Craig Alexander" userId="cbab3422-1701-47c9-a4f0-14c0d221c31a" providerId="ADAL" clId="{951929DA-F7E3-B347-A3DA-16CD71BBAF8D}" dt="2023-11-15T09:59:30.104" v="4" actId="2696"/>
        <pc:sldMkLst>
          <pc:docMk/>
          <pc:sldMk cId="352118997" sldId="718"/>
        </pc:sldMkLst>
      </pc:sldChg>
      <pc:sldChg chg="del">
        <pc:chgData name="Craig Alexander" userId="cbab3422-1701-47c9-a4f0-14c0d221c31a" providerId="ADAL" clId="{951929DA-F7E3-B347-A3DA-16CD71BBAF8D}" dt="2023-11-15T09:59:37.250" v="9" actId="2696"/>
        <pc:sldMkLst>
          <pc:docMk/>
          <pc:sldMk cId="254109528" sldId="719"/>
        </pc:sldMkLst>
      </pc:sldChg>
      <pc:sldChg chg="del">
        <pc:chgData name="Craig Alexander" userId="cbab3422-1701-47c9-a4f0-14c0d221c31a" providerId="ADAL" clId="{951929DA-F7E3-B347-A3DA-16CD71BBAF8D}" dt="2023-11-15T09:59:39.725" v="15" actId="2696"/>
        <pc:sldMkLst>
          <pc:docMk/>
          <pc:sldMk cId="0" sldId="720"/>
        </pc:sldMkLst>
      </pc:sldChg>
      <pc:sldChg chg="del">
        <pc:chgData name="Craig Alexander" userId="cbab3422-1701-47c9-a4f0-14c0d221c31a" providerId="ADAL" clId="{951929DA-F7E3-B347-A3DA-16CD71BBAF8D}" dt="2023-11-15T09:59:40.757" v="18" actId="2696"/>
        <pc:sldMkLst>
          <pc:docMk/>
          <pc:sldMk cId="0" sldId="721"/>
        </pc:sldMkLst>
      </pc:sldChg>
      <pc:sldChg chg="del">
        <pc:chgData name="Craig Alexander" userId="cbab3422-1701-47c9-a4f0-14c0d221c31a" providerId="ADAL" clId="{951929DA-F7E3-B347-A3DA-16CD71BBAF8D}" dt="2023-11-15T09:59:41.951" v="21" actId="2696"/>
        <pc:sldMkLst>
          <pc:docMk/>
          <pc:sldMk cId="4130996558" sldId="722"/>
        </pc:sldMkLst>
      </pc:sldChg>
      <pc:sldChg chg="del">
        <pc:chgData name="Craig Alexander" userId="cbab3422-1701-47c9-a4f0-14c0d221c31a" providerId="ADAL" clId="{951929DA-F7E3-B347-A3DA-16CD71BBAF8D}" dt="2023-11-15T09:59:46.006" v="24" actId="2696"/>
        <pc:sldMkLst>
          <pc:docMk/>
          <pc:sldMk cId="2729134648" sldId="723"/>
        </pc:sldMkLst>
      </pc:sldChg>
      <pc:sldChg chg="del">
        <pc:chgData name="Craig Alexander" userId="cbab3422-1701-47c9-a4f0-14c0d221c31a" providerId="ADAL" clId="{951929DA-F7E3-B347-A3DA-16CD71BBAF8D}" dt="2023-11-15T09:59:46.380" v="25" actId="2696"/>
        <pc:sldMkLst>
          <pc:docMk/>
          <pc:sldMk cId="2741961092" sldId="724"/>
        </pc:sldMkLst>
      </pc:sldChg>
      <pc:sldChg chg="ord">
        <pc:chgData name="Craig Alexander" userId="cbab3422-1701-47c9-a4f0-14c0d221c31a" providerId="ADAL" clId="{951929DA-F7E3-B347-A3DA-16CD71BBAF8D}" dt="2023-11-15T09:59:49.314" v="26" actId="20578"/>
        <pc:sldMkLst>
          <pc:docMk/>
          <pc:sldMk cId="3341860103" sldId="725"/>
        </pc:sldMkLst>
      </pc:sldChg>
      <pc:sldChg chg="addSp delSp modSp add mod modAnim modShow">
        <pc:chgData name="Craig Alexander" userId="cbab3422-1701-47c9-a4f0-14c0d221c31a" providerId="ADAL" clId="{951929DA-F7E3-B347-A3DA-16CD71BBAF8D}" dt="2023-11-15T12:44:57.755" v="195" actId="729"/>
        <pc:sldMkLst>
          <pc:docMk/>
          <pc:sldMk cId="2084770527" sldId="726"/>
        </pc:sldMkLst>
        <pc:spChg chg="mod">
          <ac:chgData name="Craig Alexander" userId="cbab3422-1701-47c9-a4f0-14c0d221c31a" providerId="ADAL" clId="{951929DA-F7E3-B347-A3DA-16CD71BBAF8D}" dt="2023-11-15T11:18:37.467" v="192" actId="20577"/>
          <ac:spMkLst>
            <pc:docMk/>
            <pc:sldMk cId="2084770527" sldId="726"/>
            <ac:spMk id="4" creationId="{63FEB31C-581F-4715-8A2A-31AE5EF6AED3}"/>
          </ac:spMkLst>
        </pc:spChg>
        <pc:spChg chg="add mod">
          <ac:chgData name="Craig Alexander" userId="cbab3422-1701-47c9-a4f0-14c0d221c31a" providerId="ADAL" clId="{951929DA-F7E3-B347-A3DA-16CD71BBAF8D}" dt="2023-11-15T11:10:06.591" v="185" actId="1076"/>
          <ac:spMkLst>
            <pc:docMk/>
            <pc:sldMk cId="2084770527" sldId="726"/>
            <ac:spMk id="6" creationId="{0E583789-8653-BE53-7619-0615DAC309CE}"/>
          </ac:spMkLst>
        </pc:spChg>
        <pc:spChg chg="del">
          <ac:chgData name="Craig Alexander" userId="cbab3422-1701-47c9-a4f0-14c0d221c31a" providerId="ADAL" clId="{951929DA-F7E3-B347-A3DA-16CD71BBAF8D}" dt="2023-11-15T11:10:19" v="188" actId="478"/>
          <ac:spMkLst>
            <pc:docMk/>
            <pc:sldMk cId="2084770527" sldId="726"/>
            <ac:spMk id="9" creationId="{A1B0B190-AD55-3896-3ADA-2CF8CDF3B010}"/>
          </ac:spMkLst>
        </pc:spChg>
        <pc:picChg chg="del">
          <ac:chgData name="Craig Alexander" userId="cbab3422-1701-47c9-a4f0-14c0d221c31a" providerId="ADAL" clId="{951929DA-F7E3-B347-A3DA-16CD71BBAF8D}" dt="2023-11-15T11:10:16.446" v="187" actId="478"/>
          <ac:picMkLst>
            <pc:docMk/>
            <pc:sldMk cId="2084770527" sldId="726"/>
            <ac:picMk id="3" creationId="{F494F123-A9AA-FFAF-C674-67F346940D37}"/>
          </ac:picMkLst>
        </pc:picChg>
        <pc:picChg chg="del">
          <ac:chgData name="Craig Alexander" userId="cbab3422-1701-47c9-a4f0-14c0d221c31a" providerId="ADAL" clId="{951929DA-F7E3-B347-A3DA-16CD71BBAF8D}" dt="2023-11-15T11:10:15.612" v="186" actId="478"/>
          <ac:picMkLst>
            <pc:docMk/>
            <pc:sldMk cId="2084770527" sldId="726"/>
            <ac:picMk id="8" creationId="{76242AF0-3FAC-7F11-E76F-992C704DF51B}"/>
          </ac:picMkLst>
        </pc:picChg>
      </pc:sldChg>
      <pc:sldChg chg="delSp modSp add mod ord modShow">
        <pc:chgData name="Craig Alexander" userId="cbab3422-1701-47c9-a4f0-14c0d221c31a" providerId="ADAL" clId="{951929DA-F7E3-B347-A3DA-16CD71BBAF8D}" dt="2023-11-15T12:46:12.044" v="216" actId="207"/>
        <pc:sldMkLst>
          <pc:docMk/>
          <pc:sldMk cId="3484400044" sldId="727"/>
        </pc:sldMkLst>
        <pc:spChg chg="del">
          <ac:chgData name="Craig Alexander" userId="cbab3422-1701-47c9-a4f0-14c0d221c31a" providerId="ADAL" clId="{951929DA-F7E3-B347-A3DA-16CD71BBAF8D}" dt="2023-11-15T12:46:04.423" v="212" actId="478"/>
          <ac:spMkLst>
            <pc:docMk/>
            <pc:sldMk cId="3484400044" sldId="727"/>
            <ac:spMk id="5" creationId="{5E888CA0-AD70-9E1D-7DE9-49591C9765EE}"/>
          </ac:spMkLst>
        </pc:spChg>
        <pc:spChg chg="mod">
          <ac:chgData name="Craig Alexander" userId="cbab3422-1701-47c9-a4f0-14c0d221c31a" providerId="ADAL" clId="{951929DA-F7E3-B347-A3DA-16CD71BBAF8D}" dt="2023-11-15T12:46:12.044" v="216" actId="207"/>
          <ac:spMkLst>
            <pc:docMk/>
            <pc:sldMk cId="3484400044" sldId="727"/>
            <ac:spMk id="410" creationId="{00000000-0000-0000-0000-000000000000}"/>
          </ac:spMkLst>
        </pc:spChg>
        <pc:picChg chg="del">
          <ac:chgData name="Craig Alexander" userId="cbab3422-1701-47c9-a4f0-14c0d221c31a" providerId="ADAL" clId="{951929DA-F7E3-B347-A3DA-16CD71BBAF8D}" dt="2023-11-15T12:46:05.846" v="214" actId="478"/>
          <ac:picMkLst>
            <pc:docMk/>
            <pc:sldMk cId="3484400044" sldId="727"/>
            <ac:picMk id="2" creationId="{C455C22E-DA35-E017-0FDA-5CAA2F22123F}"/>
          </ac:picMkLst>
        </pc:picChg>
        <pc:picChg chg="del">
          <ac:chgData name="Craig Alexander" userId="cbab3422-1701-47c9-a4f0-14c0d221c31a" providerId="ADAL" clId="{951929DA-F7E3-B347-A3DA-16CD71BBAF8D}" dt="2023-11-15T12:46:05.228" v="213" actId="478"/>
          <ac:picMkLst>
            <pc:docMk/>
            <pc:sldMk cId="3484400044" sldId="727"/>
            <ac:picMk id="3" creationId="{818D5CE8-C13B-6EC0-F2EB-63A6E3D66A9F}"/>
          </ac:picMkLst>
        </pc:picChg>
      </pc:sldChg>
      <pc:sldChg chg="delSp modSp add mod">
        <pc:chgData name="Craig Alexander" userId="cbab3422-1701-47c9-a4f0-14c0d221c31a" providerId="ADAL" clId="{951929DA-F7E3-B347-A3DA-16CD71BBAF8D}" dt="2023-11-15T13:17:30.917" v="263" actId="207"/>
        <pc:sldMkLst>
          <pc:docMk/>
          <pc:sldMk cId="1359793087" sldId="728"/>
        </pc:sldMkLst>
        <pc:spChg chg="del">
          <ac:chgData name="Craig Alexander" userId="cbab3422-1701-47c9-a4f0-14c0d221c31a" providerId="ADAL" clId="{951929DA-F7E3-B347-A3DA-16CD71BBAF8D}" dt="2023-11-15T13:17:23.935" v="262" actId="478"/>
          <ac:spMkLst>
            <pc:docMk/>
            <pc:sldMk cId="1359793087" sldId="728"/>
            <ac:spMk id="4" creationId="{7D3DA60E-4811-3D07-90B0-15E79DB30083}"/>
          </ac:spMkLst>
        </pc:spChg>
        <pc:spChg chg="mod">
          <ac:chgData name="Craig Alexander" userId="cbab3422-1701-47c9-a4f0-14c0d221c31a" providerId="ADAL" clId="{951929DA-F7E3-B347-A3DA-16CD71BBAF8D}" dt="2023-11-15T13:17:30.917" v="263" actId="207"/>
          <ac:spMkLst>
            <pc:docMk/>
            <pc:sldMk cId="1359793087" sldId="728"/>
            <ac:spMk id="484" creationId="{00000000-0000-0000-0000-000000000000}"/>
          </ac:spMkLst>
        </pc:spChg>
        <pc:picChg chg="del">
          <ac:chgData name="Craig Alexander" userId="cbab3422-1701-47c9-a4f0-14c0d221c31a" providerId="ADAL" clId="{951929DA-F7E3-B347-A3DA-16CD71BBAF8D}" dt="2023-11-15T13:17:21.747" v="261" actId="478"/>
          <ac:picMkLst>
            <pc:docMk/>
            <pc:sldMk cId="1359793087" sldId="728"/>
            <ac:picMk id="2" creationId="{AB0D8CA8-1A9E-C30B-CE2F-904FF9E7E61F}"/>
          </ac:picMkLst>
        </pc:picChg>
        <pc:picChg chg="del">
          <ac:chgData name="Craig Alexander" userId="cbab3422-1701-47c9-a4f0-14c0d221c31a" providerId="ADAL" clId="{951929DA-F7E3-B347-A3DA-16CD71BBAF8D}" dt="2023-11-15T13:17:20.712" v="260" actId="478"/>
          <ac:picMkLst>
            <pc:docMk/>
            <pc:sldMk cId="1359793087" sldId="728"/>
            <ac:picMk id="3" creationId="{7F7A665A-C132-1295-7CAB-B7B2E9A080B6}"/>
          </ac:picMkLst>
        </pc:picChg>
      </pc:sldChg>
      <pc:sldChg chg="addSp delSp modSp add mod">
        <pc:chgData name="Craig Alexander" userId="cbab3422-1701-47c9-a4f0-14c0d221c31a" providerId="ADAL" clId="{951929DA-F7E3-B347-A3DA-16CD71BBAF8D}" dt="2023-11-15T13:27:23.975" v="339" actId="1076"/>
        <pc:sldMkLst>
          <pc:docMk/>
          <pc:sldMk cId="299661283" sldId="729"/>
        </pc:sldMkLst>
        <pc:spChg chg="mod">
          <ac:chgData name="Craig Alexander" userId="cbab3422-1701-47c9-a4f0-14c0d221c31a" providerId="ADAL" clId="{951929DA-F7E3-B347-A3DA-16CD71BBAF8D}" dt="2023-11-15T13:22:06.840" v="287" actId="1076"/>
          <ac:spMkLst>
            <pc:docMk/>
            <pc:sldMk cId="299661283" sldId="729"/>
            <ac:spMk id="2" creationId="{D1A5A07E-1267-41B6-9409-97FCD51A6533}"/>
          </ac:spMkLst>
        </pc:spChg>
        <pc:spChg chg="mod">
          <ac:chgData name="Craig Alexander" userId="cbab3422-1701-47c9-a4f0-14c0d221c31a" providerId="ADAL" clId="{951929DA-F7E3-B347-A3DA-16CD71BBAF8D}" dt="2023-11-15T13:22:22.075" v="290" actId="1076"/>
          <ac:spMkLst>
            <pc:docMk/>
            <pc:sldMk cId="299661283" sldId="729"/>
            <ac:spMk id="3" creationId="{BF4BB8C6-254C-4E67-8DBE-4DDA95507EFD}"/>
          </ac:spMkLst>
        </pc:spChg>
        <pc:spChg chg="add mod">
          <ac:chgData name="Craig Alexander" userId="cbab3422-1701-47c9-a4f0-14c0d221c31a" providerId="ADAL" clId="{951929DA-F7E3-B347-A3DA-16CD71BBAF8D}" dt="2023-11-15T13:27:23.975" v="339" actId="1076"/>
          <ac:spMkLst>
            <pc:docMk/>
            <pc:sldMk cId="299661283" sldId="729"/>
            <ac:spMk id="4" creationId="{839ADBFF-8710-FA5C-6E1A-488E6A9D949E}"/>
          </ac:spMkLst>
        </pc:spChg>
        <pc:spChg chg="mod">
          <ac:chgData name="Craig Alexander" userId="cbab3422-1701-47c9-a4f0-14c0d221c31a" providerId="ADAL" clId="{951929DA-F7E3-B347-A3DA-16CD71BBAF8D}" dt="2023-11-15T13:22:13.446" v="288" actId="1076"/>
          <ac:spMkLst>
            <pc:docMk/>
            <pc:sldMk cId="299661283" sldId="729"/>
            <ac:spMk id="10" creationId="{185B2481-B786-4D9B-8578-26720159E7E5}"/>
          </ac:spMkLst>
        </pc:spChg>
        <pc:spChg chg="mod">
          <ac:chgData name="Craig Alexander" userId="cbab3422-1701-47c9-a4f0-14c0d221c31a" providerId="ADAL" clId="{951929DA-F7E3-B347-A3DA-16CD71BBAF8D}" dt="2023-11-15T13:22:17.199" v="289" actId="1076"/>
          <ac:spMkLst>
            <pc:docMk/>
            <pc:sldMk cId="299661283" sldId="729"/>
            <ac:spMk id="11" creationId="{6F284ADE-CE5E-4A5F-B291-7CA90ABBEAFD}"/>
          </ac:spMkLst>
        </pc:spChg>
        <pc:graphicFrameChg chg="add del mod modGraphic">
          <ac:chgData name="Craig Alexander" userId="cbab3422-1701-47c9-a4f0-14c0d221c31a" providerId="ADAL" clId="{951929DA-F7E3-B347-A3DA-16CD71BBAF8D}" dt="2023-11-15T13:26:45.536" v="337" actId="207"/>
          <ac:graphicFrameMkLst>
            <pc:docMk/>
            <pc:sldMk cId="299661283" sldId="729"/>
            <ac:graphicFrameMk id="5" creationId="{CC05C9EF-9758-3942-E2F2-5C0D4FA78964}"/>
          </ac:graphicFrameMkLst>
        </pc:graphicFrameChg>
      </pc:sldChg>
      <pc:sldChg chg="delSp modSp add mod modShow">
        <pc:chgData name="Craig Alexander" userId="cbab3422-1701-47c9-a4f0-14c0d221c31a" providerId="ADAL" clId="{951929DA-F7E3-B347-A3DA-16CD71BBAF8D}" dt="2023-11-15T13:34:20.309" v="555" actId="729"/>
        <pc:sldMkLst>
          <pc:docMk/>
          <pc:sldMk cId="1261146965" sldId="730"/>
        </pc:sldMkLst>
        <pc:spChg chg="del">
          <ac:chgData name="Craig Alexander" userId="cbab3422-1701-47c9-a4f0-14c0d221c31a" providerId="ADAL" clId="{951929DA-F7E3-B347-A3DA-16CD71BBAF8D}" dt="2023-11-15T13:29:17.884" v="356" actId="478"/>
          <ac:spMkLst>
            <pc:docMk/>
            <pc:sldMk cId="1261146965" sldId="730"/>
            <ac:spMk id="5" creationId="{0D774123-136E-26AB-07E8-7CAC27BEF7A9}"/>
          </ac:spMkLst>
        </pc:spChg>
        <pc:spChg chg="mod">
          <ac:chgData name="Craig Alexander" userId="cbab3422-1701-47c9-a4f0-14c0d221c31a" providerId="ADAL" clId="{951929DA-F7E3-B347-A3DA-16CD71BBAF8D}" dt="2023-11-15T13:29:24.537" v="359" actId="207"/>
          <ac:spMkLst>
            <pc:docMk/>
            <pc:sldMk cId="1261146965" sldId="730"/>
            <ac:spMk id="529" creationId="{00000000-0000-0000-0000-000000000000}"/>
          </ac:spMkLst>
        </pc:spChg>
        <pc:picChg chg="del">
          <ac:chgData name="Craig Alexander" userId="cbab3422-1701-47c9-a4f0-14c0d221c31a" providerId="ADAL" clId="{951929DA-F7E3-B347-A3DA-16CD71BBAF8D}" dt="2023-11-15T13:29:19.789" v="358" actId="478"/>
          <ac:picMkLst>
            <pc:docMk/>
            <pc:sldMk cId="1261146965" sldId="730"/>
            <ac:picMk id="2" creationId="{9477B88A-E9EA-8458-22BD-8307E343E422}"/>
          </ac:picMkLst>
        </pc:picChg>
        <pc:picChg chg="del">
          <ac:chgData name="Craig Alexander" userId="cbab3422-1701-47c9-a4f0-14c0d221c31a" providerId="ADAL" clId="{951929DA-F7E3-B347-A3DA-16CD71BBAF8D}" dt="2023-11-15T13:29:18.738" v="357" actId="478"/>
          <ac:picMkLst>
            <pc:docMk/>
            <pc:sldMk cId="1261146965" sldId="730"/>
            <ac:picMk id="3" creationId="{48D284E0-F435-1194-F284-CC853FDE13E1}"/>
          </ac:picMkLst>
        </pc:picChg>
      </pc:sldChg>
      <pc:sldMasterChg chg="delSldLayout">
        <pc:chgData name="Craig Alexander" userId="cbab3422-1701-47c9-a4f0-14c0d221c31a" providerId="ADAL" clId="{951929DA-F7E3-B347-A3DA-16CD71BBAF8D}" dt="2023-11-15T09:59:30.539" v="6" actId="2696"/>
        <pc:sldMasterMkLst>
          <pc:docMk/>
          <pc:sldMasterMk cId="3635699181" sldId="2147483648"/>
        </pc:sldMasterMkLst>
        <pc:sldLayoutChg chg="del">
          <pc:chgData name="Craig Alexander" userId="cbab3422-1701-47c9-a4f0-14c0d221c31a" providerId="ADAL" clId="{951929DA-F7E3-B347-A3DA-16CD71BBAF8D}" dt="2023-11-15T09:59:30.539" v="6" actId="2696"/>
          <pc:sldLayoutMkLst>
            <pc:docMk/>
            <pc:sldMasterMk cId="3635699181" sldId="2147483648"/>
            <pc:sldLayoutMk cId="2573275935" sldId="2147483695"/>
          </pc:sldLayoutMkLst>
        </pc:sldLayoutChg>
      </pc:sldMasterChg>
    </pc:docChg>
  </pc:docChgLst>
  <pc:docChgLst>
    <pc:chgData name="Craig Alexander" userId="cbab3422-1701-47c9-a4f0-14c0d221c31a" providerId="ADAL" clId="{7706A79A-AE72-3540-AE55-6D39A4F484CA}"/>
    <pc:docChg chg="undo custSel addSld delSld modSld sldOrd">
      <pc:chgData name="Craig Alexander" userId="cbab3422-1701-47c9-a4f0-14c0d221c31a" providerId="ADAL" clId="{7706A79A-AE72-3540-AE55-6D39A4F484CA}" dt="2023-11-20T14:34:24.499" v="6364" actId="20577"/>
      <pc:docMkLst>
        <pc:docMk/>
      </pc:docMkLst>
      <pc:sldChg chg="addSp delSp modSp mod modNotesTx">
        <pc:chgData name="Craig Alexander" userId="cbab3422-1701-47c9-a4f0-14c0d221c31a" providerId="ADAL" clId="{7706A79A-AE72-3540-AE55-6D39A4F484CA}" dt="2023-11-19T16:53:25.092" v="1820" actId="20577"/>
        <pc:sldMkLst>
          <pc:docMk/>
          <pc:sldMk cId="4244171547" sldId="256"/>
        </pc:sldMkLst>
        <pc:spChg chg="mod">
          <ac:chgData name="Craig Alexander" userId="cbab3422-1701-47c9-a4f0-14c0d221c31a" providerId="ADAL" clId="{7706A79A-AE72-3540-AE55-6D39A4F484CA}" dt="2023-11-18T21:52:45.792" v="452" actId="20577"/>
          <ac:spMkLst>
            <pc:docMk/>
            <pc:sldMk cId="4244171547" sldId="256"/>
            <ac:spMk id="2" creationId="{00000000-0000-0000-0000-000000000000}"/>
          </ac:spMkLst>
        </pc:spChg>
        <pc:spChg chg="mod">
          <ac:chgData name="Craig Alexander" userId="cbab3422-1701-47c9-a4f0-14c0d221c31a" providerId="ADAL" clId="{7706A79A-AE72-3540-AE55-6D39A4F484CA}" dt="2023-11-19T16:19:31.743" v="1548" actId="20577"/>
          <ac:spMkLst>
            <pc:docMk/>
            <pc:sldMk cId="4244171547" sldId="256"/>
            <ac:spMk id="9" creationId="{594142B3-03ED-743D-1767-8648BBFAFC27}"/>
          </ac:spMkLst>
        </pc:spChg>
        <pc:picChg chg="add mod">
          <ac:chgData name="Craig Alexander" userId="cbab3422-1701-47c9-a4f0-14c0d221c31a" providerId="ADAL" clId="{7706A79A-AE72-3540-AE55-6D39A4F484CA}" dt="2023-11-19T16:18:57.496" v="1526" actId="1076"/>
          <ac:picMkLst>
            <pc:docMk/>
            <pc:sldMk cId="4244171547" sldId="256"/>
            <ac:picMk id="5" creationId="{867904EC-6449-30C4-2B99-9C5352F580F8}"/>
          </ac:picMkLst>
        </pc:picChg>
        <pc:picChg chg="del">
          <ac:chgData name="Craig Alexander" userId="cbab3422-1701-47c9-a4f0-14c0d221c31a" providerId="ADAL" clId="{7706A79A-AE72-3540-AE55-6D39A4F484CA}" dt="2023-11-19T16:18:51.421" v="1523" actId="478"/>
          <ac:picMkLst>
            <pc:docMk/>
            <pc:sldMk cId="4244171547" sldId="256"/>
            <ac:picMk id="1026" creationId="{0D88A83C-C6AF-36BE-FDE6-E9F935C69C30}"/>
          </ac:picMkLst>
        </pc:picChg>
      </pc:sldChg>
      <pc:sldChg chg="modSp add mod modNotesTx">
        <pc:chgData name="Craig Alexander" userId="cbab3422-1701-47c9-a4f0-14c0d221c31a" providerId="ADAL" clId="{7706A79A-AE72-3540-AE55-6D39A4F484CA}" dt="2023-11-19T17:41:13.209" v="5155" actId="20577"/>
        <pc:sldMkLst>
          <pc:docMk/>
          <pc:sldMk cId="2460738954" sldId="260"/>
        </pc:sldMkLst>
        <pc:spChg chg="mod">
          <ac:chgData name="Craig Alexander" userId="cbab3422-1701-47c9-a4f0-14c0d221c31a" providerId="ADAL" clId="{7706A79A-AE72-3540-AE55-6D39A4F484CA}" dt="2023-11-19T16:22:43.755" v="1593" actId="1076"/>
          <ac:spMkLst>
            <pc:docMk/>
            <pc:sldMk cId="2460738954" sldId="260"/>
            <ac:spMk id="6" creationId="{2966C468-FE5A-41AB-BB4D-0F46BA9E9F01}"/>
          </ac:spMkLst>
        </pc:spChg>
        <pc:spChg chg="mod">
          <ac:chgData name="Craig Alexander" userId="cbab3422-1701-47c9-a4f0-14c0d221c31a" providerId="ADAL" clId="{7706A79A-AE72-3540-AE55-6D39A4F484CA}" dt="2023-11-19T16:22:39.653" v="1592" actId="1076"/>
          <ac:spMkLst>
            <pc:docMk/>
            <pc:sldMk cId="2460738954" sldId="260"/>
            <ac:spMk id="70" creationId="{00000000-0000-0000-0000-000000000000}"/>
          </ac:spMkLst>
        </pc:spChg>
        <pc:spChg chg="mod">
          <ac:chgData name="Craig Alexander" userId="cbab3422-1701-47c9-a4f0-14c0d221c31a" providerId="ADAL" clId="{7706A79A-AE72-3540-AE55-6D39A4F484CA}" dt="2023-11-19T16:22:21.167" v="1588" actId="1076"/>
          <ac:spMkLst>
            <pc:docMk/>
            <pc:sldMk cId="2460738954" sldId="260"/>
            <ac:spMk id="71" creationId="{00000000-0000-0000-0000-000000000000}"/>
          </ac:spMkLst>
        </pc:spChg>
        <pc:spChg chg="mod">
          <ac:chgData name="Craig Alexander" userId="cbab3422-1701-47c9-a4f0-14c0d221c31a" providerId="ADAL" clId="{7706A79A-AE72-3540-AE55-6D39A4F484CA}" dt="2023-11-19T16:22:48.151" v="1594" actId="14100"/>
          <ac:spMkLst>
            <pc:docMk/>
            <pc:sldMk cId="2460738954" sldId="260"/>
            <ac:spMk id="72" creationId="{00000000-0000-0000-0000-000000000000}"/>
          </ac:spMkLst>
        </pc:spChg>
      </pc:sldChg>
      <pc:sldChg chg="modSp add mod modNotesTx">
        <pc:chgData name="Craig Alexander" userId="cbab3422-1701-47c9-a4f0-14c0d221c31a" providerId="ADAL" clId="{7706A79A-AE72-3540-AE55-6D39A4F484CA}" dt="2023-11-19T17:47:28.121" v="5640" actId="20577"/>
        <pc:sldMkLst>
          <pc:docMk/>
          <pc:sldMk cId="0" sldId="265"/>
        </pc:sldMkLst>
        <pc:spChg chg="mod">
          <ac:chgData name="Craig Alexander" userId="cbab3422-1701-47c9-a4f0-14c0d221c31a" providerId="ADAL" clId="{7706A79A-AE72-3540-AE55-6D39A4F484CA}" dt="2023-11-19T17:47:12.211" v="5638" actId="20577"/>
          <ac:spMkLst>
            <pc:docMk/>
            <pc:sldMk cId="0" sldId="265"/>
            <ac:spMk id="11" creationId="{B153BAE5-C916-4868-9F8A-D8360EFE18E9}"/>
          </ac:spMkLst>
        </pc:spChg>
        <pc:spChg chg="mod">
          <ac:chgData name="Craig Alexander" userId="cbab3422-1701-47c9-a4f0-14c0d221c31a" providerId="ADAL" clId="{7706A79A-AE72-3540-AE55-6D39A4F484CA}" dt="2023-11-19T17:47:28.121" v="5640" actId="20577"/>
          <ac:spMkLst>
            <pc:docMk/>
            <pc:sldMk cId="0" sldId="265"/>
            <ac:spMk id="12" creationId="{C6D5DCDC-72D4-47D5-AD6B-29677C8CDE10}"/>
          </ac:spMkLst>
        </pc:spChg>
        <pc:spChg chg="mod">
          <ac:chgData name="Craig Alexander" userId="cbab3422-1701-47c9-a4f0-14c0d221c31a" providerId="ADAL" clId="{7706A79A-AE72-3540-AE55-6D39A4F484CA}" dt="2023-11-19T16:24:05.458" v="1597" actId="207"/>
          <ac:spMkLst>
            <pc:docMk/>
            <pc:sldMk cId="0" sldId="265"/>
            <ac:spMk id="108" creationId="{00000000-0000-0000-0000-000000000000}"/>
          </ac:spMkLst>
        </pc:spChg>
      </pc:sldChg>
      <pc:sldChg chg="addSp delSp modSp add mod">
        <pc:chgData name="Craig Alexander" userId="cbab3422-1701-47c9-a4f0-14c0d221c31a" providerId="ADAL" clId="{7706A79A-AE72-3540-AE55-6D39A4F484CA}" dt="2023-11-19T16:30:01.559" v="1618"/>
        <pc:sldMkLst>
          <pc:docMk/>
          <pc:sldMk cId="0" sldId="266"/>
        </pc:sldMkLst>
        <pc:spChg chg="add mod">
          <ac:chgData name="Craig Alexander" userId="cbab3422-1701-47c9-a4f0-14c0d221c31a" providerId="ADAL" clId="{7706A79A-AE72-3540-AE55-6D39A4F484CA}" dt="2023-11-19T16:29:07.346" v="1616"/>
          <ac:spMkLst>
            <pc:docMk/>
            <pc:sldMk cId="0" sldId="266"/>
            <ac:spMk id="4" creationId="{4937E15E-9FE8-F100-2605-8327DA1CB8EB}"/>
          </ac:spMkLst>
        </pc:spChg>
        <pc:spChg chg="add del mod">
          <ac:chgData name="Craig Alexander" userId="cbab3422-1701-47c9-a4f0-14c0d221c31a" providerId="ADAL" clId="{7706A79A-AE72-3540-AE55-6D39A4F484CA}" dt="2023-11-19T16:30:01.559" v="1618"/>
          <ac:spMkLst>
            <pc:docMk/>
            <pc:sldMk cId="0" sldId="266"/>
            <ac:spMk id="7" creationId="{4CC8FAF4-0A3C-ABB4-F7BA-230509AB07E0}"/>
          </ac:spMkLst>
        </pc:spChg>
        <pc:spChg chg="mod">
          <ac:chgData name="Craig Alexander" userId="cbab3422-1701-47c9-a4f0-14c0d221c31a" providerId="ADAL" clId="{7706A79A-AE72-3540-AE55-6D39A4F484CA}" dt="2023-11-19T16:28:22.036" v="1601" actId="1076"/>
          <ac:spMkLst>
            <pc:docMk/>
            <pc:sldMk cId="0" sldId="266"/>
            <ac:spMk id="117" creationId="{00000000-0000-0000-0000-000000000000}"/>
          </ac:spMkLst>
        </pc:spChg>
        <pc:picChg chg="add mod">
          <ac:chgData name="Craig Alexander" userId="cbab3422-1701-47c9-a4f0-14c0d221c31a" providerId="ADAL" clId="{7706A79A-AE72-3540-AE55-6D39A4F484CA}" dt="2023-11-19T16:28:34.081" v="1603"/>
          <ac:picMkLst>
            <pc:docMk/>
            <pc:sldMk cId="0" sldId="266"/>
            <ac:picMk id="2" creationId="{AAFE6F08-0C18-743B-5BCA-F9070039239F}"/>
          </ac:picMkLst>
        </pc:picChg>
        <pc:picChg chg="add mod">
          <ac:chgData name="Craig Alexander" userId="cbab3422-1701-47c9-a4f0-14c0d221c31a" providerId="ADAL" clId="{7706A79A-AE72-3540-AE55-6D39A4F484CA}" dt="2023-11-19T16:28:39.425" v="1604"/>
          <ac:picMkLst>
            <pc:docMk/>
            <pc:sldMk cId="0" sldId="266"/>
            <ac:picMk id="3" creationId="{2D8EBF80-9BCC-2972-2828-92B12DC6753B}"/>
          </ac:picMkLst>
        </pc:picChg>
        <pc:picChg chg="del">
          <ac:chgData name="Craig Alexander" userId="cbab3422-1701-47c9-a4f0-14c0d221c31a" providerId="ADAL" clId="{7706A79A-AE72-3540-AE55-6D39A4F484CA}" dt="2023-11-19T16:28:24.248" v="1602" actId="478"/>
          <ac:picMkLst>
            <pc:docMk/>
            <pc:sldMk cId="0" sldId="266"/>
            <ac:picMk id="6" creationId="{00A36C27-2A80-49BB-BAA3-E67ED2A8926C}"/>
          </ac:picMkLst>
        </pc:picChg>
      </pc:sldChg>
      <pc:sldChg chg="del">
        <pc:chgData name="Craig Alexander" userId="cbab3422-1701-47c9-a4f0-14c0d221c31a" providerId="ADAL" clId="{7706A79A-AE72-3540-AE55-6D39A4F484CA}" dt="2023-11-15T13:48:19.370" v="8" actId="2696"/>
        <pc:sldMkLst>
          <pc:docMk/>
          <pc:sldMk cId="0" sldId="282"/>
        </pc:sldMkLst>
      </pc:sldChg>
      <pc:sldChg chg="del">
        <pc:chgData name="Craig Alexander" userId="cbab3422-1701-47c9-a4f0-14c0d221c31a" providerId="ADAL" clId="{7706A79A-AE72-3540-AE55-6D39A4F484CA}" dt="2023-11-15T13:48:19.607" v="9" actId="2696"/>
        <pc:sldMkLst>
          <pc:docMk/>
          <pc:sldMk cId="0" sldId="303"/>
        </pc:sldMkLst>
      </pc:sldChg>
      <pc:sldChg chg="del">
        <pc:chgData name="Craig Alexander" userId="cbab3422-1701-47c9-a4f0-14c0d221c31a" providerId="ADAL" clId="{7706A79A-AE72-3540-AE55-6D39A4F484CA}" dt="2023-11-15T13:48:19.885" v="10" actId="2696"/>
        <pc:sldMkLst>
          <pc:docMk/>
          <pc:sldMk cId="0" sldId="305"/>
        </pc:sldMkLst>
      </pc:sldChg>
      <pc:sldChg chg="del">
        <pc:chgData name="Craig Alexander" userId="cbab3422-1701-47c9-a4f0-14c0d221c31a" providerId="ADAL" clId="{7706A79A-AE72-3540-AE55-6D39A4F484CA}" dt="2023-11-15T13:48:20.768" v="13" actId="2696"/>
        <pc:sldMkLst>
          <pc:docMk/>
          <pc:sldMk cId="0" sldId="306"/>
        </pc:sldMkLst>
      </pc:sldChg>
      <pc:sldChg chg="del">
        <pc:chgData name="Craig Alexander" userId="cbab3422-1701-47c9-a4f0-14c0d221c31a" providerId="ADAL" clId="{7706A79A-AE72-3540-AE55-6D39A4F484CA}" dt="2023-11-15T13:48:21.063" v="14" actId="2696"/>
        <pc:sldMkLst>
          <pc:docMk/>
          <pc:sldMk cId="0" sldId="307"/>
        </pc:sldMkLst>
      </pc:sldChg>
      <pc:sldChg chg="modSp mod modNotesTx">
        <pc:chgData name="Craig Alexander" userId="cbab3422-1701-47c9-a4f0-14c0d221c31a" providerId="ADAL" clId="{7706A79A-AE72-3540-AE55-6D39A4F484CA}" dt="2023-11-19T17:27:13.980" v="3396" actId="20577"/>
        <pc:sldMkLst>
          <pc:docMk/>
          <pc:sldMk cId="3128504906" sldId="308"/>
        </pc:sldMkLst>
        <pc:spChg chg="mod">
          <ac:chgData name="Craig Alexander" userId="cbab3422-1701-47c9-a4f0-14c0d221c31a" providerId="ADAL" clId="{7706A79A-AE72-3540-AE55-6D39A4F484CA}" dt="2023-11-19T16:01:37.764" v="522" actId="20577"/>
          <ac:spMkLst>
            <pc:docMk/>
            <pc:sldMk cId="3128504906" sldId="308"/>
            <ac:spMk id="3" creationId="{2230D8A9-ED04-4EA0-B35C-55F26289616D}"/>
          </ac:spMkLst>
        </pc:spChg>
      </pc:sldChg>
      <pc:sldChg chg="del">
        <pc:chgData name="Craig Alexander" userId="cbab3422-1701-47c9-a4f0-14c0d221c31a" providerId="ADAL" clId="{7706A79A-AE72-3540-AE55-6D39A4F484CA}" dt="2023-11-15T13:48:21.644" v="16" actId="2696"/>
        <pc:sldMkLst>
          <pc:docMk/>
          <pc:sldMk cId="0" sldId="309"/>
        </pc:sldMkLst>
      </pc:sldChg>
      <pc:sldChg chg="del">
        <pc:chgData name="Craig Alexander" userId="cbab3422-1701-47c9-a4f0-14c0d221c31a" providerId="ADAL" clId="{7706A79A-AE72-3540-AE55-6D39A4F484CA}" dt="2023-11-15T13:48:21.949" v="17" actId="2696"/>
        <pc:sldMkLst>
          <pc:docMk/>
          <pc:sldMk cId="0" sldId="310"/>
        </pc:sldMkLst>
      </pc:sldChg>
      <pc:sldChg chg="modSp add mod modNotesTx">
        <pc:chgData name="Craig Alexander" userId="cbab3422-1701-47c9-a4f0-14c0d221c31a" providerId="ADAL" clId="{7706A79A-AE72-3540-AE55-6D39A4F484CA}" dt="2023-11-19T17:55:00.416" v="6145" actId="20577"/>
        <pc:sldMkLst>
          <pc:docMk/>
          <pc:sldMk cId="2496598534" sldId="314"/>
        </pc:sldMkLst>
        <pc:spChg chg="mod">
          <ac:chgData name="Craig Alexander" userId="cbab3422-1701-47c9-a4f0-14c0d221c31a" providerId="ADAL" clId="{7706A79A-AE72-3540-AE55-6D39A4F484CA}" dt="2023-11-19T17:53:56.872" v="6093" actId="20577"/>
          <ac:spMkLst>
            <pc:docMk/>
            <pc:sldMk cId="2496598534" sldId="314"/>
            <ac:spMk id="5" creationId="{283AD00B-FE7E-4D02-BB14-71675A539638}"/>
          </ac:spMkLst>
        </pc:spChg>
        <pc:spChg chg="mod">
          <ac:chgData name="Craig Alexander" userId="cbab3422-1701-47c9-a4f0-14c0d221c31a" providerId="ADAL" clId="{7706A79A-AE72-3540-AE55-6D39A4F484CA}" dt="2023-11-19T16:38:19.949" v="1716" actId="1076"/>
          <ac:spMkLst>
            <pc:docMk/>
            <pc:sldMk cId="2496598534" sldId="314"/>
            <ac:spMk id="455" creationId="{00000000-0000-0000-0000-000000000000}"/>
          </ac:spMkLst>
        </pc:spChg>
        <pc:spChg chg="mod">
          <ac:chgData name="Craig Alexander" userId="cbab3422-1701-47c9-a4f0-14c0d221c31a" providerId="ADAL" clId="{7706A79A-AE72-3540-AE55-6D39A4F484CA}" dt="2023-11-19T16:38:00.556" v="1714" actId="207"/>
          <ac:spMkLst>
            <pc:docMk/>
            <pc:sldMk cId="2496598534" sldId="314"/>
            <ac:spMk id="456" creationId="{00000000-0000-0000-0000-000000000000}"/>
          </ac:spMkLst>
        </pc:spChg>
      </pc:sldChg>
      <pc:sldChg chg="del">
        <pc:chgData name="Craig Alexander" userId="cbab3422-1701-47c9-a4f0-14c0d221c31a" providerId="ADAL" clId="{7706A79A-AE72-3540-AE55-6D39A4F484CA}" dt="2023-11-15T13:48:22.603" v="19" actId="2696"/>
        <pc:sldMkLst>
          <pc:docMk/>
          <pc:sldMk cId="0" sldId="316"/>
        </pc:sldMkLst>
      </pc:sldChg>
      <pc:sldChg chg="del">
        <pc:chgData name="Craig Alexander" userId="cbab3422-1701-47c9-a4f0-14c0d221c31a" providerId="ADAL" clId="{7706A79A-AE72-3540-AE55-6D39A4F484CA}" dt="2023-11-15T13:48:23.026" v="20" actId="2696"/>
        <pc:sldMkLst>
          <pc:docMk/>
          <pc:sldMk cId="0" sldId="318"/>
        </pc:sldMkLst>
      </pc:sldChg>
      <pc:sldChg chg="del">
        <pc:chgData name="Craig Alexander" userId="cbab3422-1701-47c9-a4f0-14c0d221c31a" providerId="ADAL" clId="{7706A79A-AE72-3540-AE55-6D39A4F484CA}" dt="2023-11-15T13:48:23.796" v="22" actId="2696"/>
        <pc:sldMkLst>
          <pc:docMk/>
          <pc:sldMk cId="0" sldId="323"/>
        </pc:sldMkLst>
      </pc:sldChg>
      <pc:sldChg chg="del">
        <pc:chgData name="Craig Alexander" userId="cbab3422-1701-47c9-a4f0-14c0d221c31a" providerId="ADAL" clId="{7706A79A-AE72-3540-AE55-6D39A4F484CA}" dt="2023-11-15T13:48:24.863" v="25" actId="2696"/>
        <pc:sldMkLst>
          <pc:docMk/>
          <pc:sldMk cId="0" sldId="324"/>
        </pc:sldMkLst>
      </pc:sldChg>
      <pc:sldChg chg="del">
        <pc:chgData name="Craig Alexander" userId="cbab3422-1701-47c9-a4f0-14c0d221c31a" providerId="ADAL" clId="{7706A79A-AE72-3540-AE55-6D39A4F484CA}" dt="2023-11-15T13:48:17.541" v="2" actId="2696"/>
        <pc:sldMkLst>
          <pc:docMk/>
          <pc:sldMk cId="1619170638" sldId="332"/>
        </pc:sldMkLst>
      </pc:sldChg>
      <pc:sldChg chg="del">
        <pc:chgData name="Craig Alexander" userId="cbab3422-1701-47c9-a4f0-14c0d221c31a" providerId="ADAL" clId="{7706A79A-AE72-3540-AE55-6D39A4F484CA}" dt="2023-11-15T13:48:17.802" v="3" actId="2696"/>
        <pc:sldMkLst>
          <pc:docMk/>
          <pc:sldMk cId="2209113093" sldId="333"/>
        </pc:sldMkLst>
      </pc:sldChg>
      <pc:sldChg chg="del">
        <pc:chgData name="Craig Alexander" userId="cbab3422-1701-47c9-a4f0-14c0d221c31a" providerId="ADAL" clId="{7706A79A-AE72-3540-AE55-6D39A4F484CA}" dt="2023-11-15T13:48:18.137" v="4" actId="2696"/>
        <pc:sldMkLst>
          <pc:docMk/>
          <pc:sldMk cId="2202152484" sldId="334"/>
        </pc:sldMkLst>
      </pc:sldChg>
      <pc:sldChg chg="del">
        <pc:chgData name="Craig Alexander" userId="cbab3422-1701-47c9-a4f0-14c0d221c31a" providerId="ADAL" clId="{7706A79A-AE72-3540-AE55-6D39A4F484CA}" dt="2023-11-15T13:48:18.389" v="5" actId="2696"/>
        <pc:sldMkLst>
          <pc:docMk/>
          <pc:sldMk cId="372489487" sldId="335"/>
        </pc:sldMkLst>
      </pc:sldChg>
      <pc:sldChg chg="addSp delSp modSp mod">
        <pc:chgData name="Craig Alexander" userId="cbab3422-1701-47c9-a4f0-14c0d221c31a" providerId="ADAL" clId="{7706A79A-AE72-3540-AE55-6D39A4F484CA}" dt="2023-11-19T16:19:44.466" v="1566" actId="20577"/>
        <pc:sldMkLst>
          <pc:docMk/>
          <pc:sldMk cId="1583002210" sldId="591"/>
        </pc:sldMkLst>
        <pc:spChg chg="mod">
          <ac:chgData name="Craig Alexander" userId="cbab3422-1701-47c9-a4f0-14c0d221c31a" providerId="ADAL" clId="{7706A79A-AE72-3540-AE55-6D39A4F484CA}" dt="2023-11-19T16:01:49.443" v="560" actId="20577"/>
          <ac:spMkLst>
            <pc:docMk/>
            <pc:sldMk cId="1583002210" sldId="591"/>
            <ac:spMk id="2" creationId="{00000000-0000-0000-0000-000000000000}"/>
          </ac:spMkLst>
        </pc:spChg>
        <pc:spChg chg="mod">
          <ac:chgData name="Craig Alexander" userId="cbab3422-1701-47c9-a4f0-14c0d221c31a" providerId="ADAL" clId="{7706A79A-AE72-3540-AE55-6D39A4F484CA}" dt="2023-11-19T16:19:44.466" v="1566" actId="20577"/>
          <ac:spMkLst>
            <pc:docMk/>
            <pc:sldMk cId="1583002210" sldId="591"/>
            <ac:spMk id="5" creationId="{F0E4D11B-80AE-6BEC-6629-0740052AEE5F}"/>
          </ac:spMkLst>
        </pc:spChg>
        <pc:picChg chg="add mod">
          <ac:chgData name="Craig Alexander" userId="cbab3422-1701-47c9-a4f0-14c0d221c31a" providerId="ADAL" clId="{7706A79A-AE72-3540-AE55-6D39A4F484CA}" dt="2023-11-19T16:19:11.179" v="1530"/>
          <ac:picMkLst>
            <pc:docMk/>
            <pc:sldMk cId="1583002210" sldId="591"/>
            <ac:picMk id="3" creationId="{D287B3BF-CECD-2434-256D-BD6DCC407645}"/>
          </ac:picMkLst>
        </pc:picChg>
        <pc:picChg chg="mod">
          <ac:chgData name="Craig Alexander" userId="cbab3422-1701-47c9-a4f0-14c0d221c31a" providerId="ADAL" clId="{7706A79A-AE72-3540-AE55-6D39A4F484CA}" dt="2023-11-19T16:01:40.721" v="523" actId="1076"/>
          <ac:picMkLst>
            <pc:docMk/>
            <pc:sldMk cId="1583002210" sldId="591"/>
            <ac:picMk id="4" creationId="{22AF5AD9-4A38-6FDC-338C-6BF49504A959}"/>
          </ac:picMkLst>
        </pc:picChg>
        <pc:picChg chg="del">
          <ac:chgData name="Craig Alexander" userId="cbab3422-1701-47c9-a4f0-14c0d221c31a" providerId="ADAL" clId="{7706A79A-AE72-3540-AE55-6D39A4F484CA}" dt="2023-11-19T16:19:03.213" v="1527" actId="478"/>
          <ac:picMkLst>
            <pc:docMk/>
            <pc:sldMk cId="1583002210" sldId="591"/>
            <ac:picMk id="6" creationId="{C0CAA75D-EB5A-1F55-D218-28E78B7C876B}"/>
          </ac:picMkLst>
        </pc:picChg>
        <pc:picChg chg="add del">
          <ac:chgData name="Craig Alexander" userId="cbab3422-1701-47c9-a4f0-14c0d221c31a" providerId="ADAL" clId="{7706A79A-AE72-3540-AE55-6D39A4F484CA}" dt="2023-11-19T16:19:05.185" v="1529"/>
          <ac:picMkLst>
            <pc:docMk/>
            <pc:sldMk cId="1583002210" sldId="591"/>
            <ac:picMk id="2050" creationId="{C4C5C37C-D28F-8746-E69E-33547708EB65}"/>
          </ac:picMkLst>
        </pc:picChg>
      </pc:sldChg>
      <pc:sldChg chg="delSp modSp mod">
        <pc:chgData name="Craig Alexander" userId="cbab3422-1701-47c9-a4f0-14c0d221c31a" providerId="ADAL" clId="{7706A79A-AE72-3540-AE55-6D39A4F484CA}" dt="2023-11-20T14:34:24.499" v="6364" actId="20577"/>
        <pc:sldMkLst>
          <pc:docMk/>
          <pc:sldMk cId="1254507718" sldId="627"/>
        </pc:sldMkLst>
        <pc:spChg chg="mod">
          <ac:chgData name="Craig Alexander" userId="cbab3422-1701-47c9-a4f0-14c0d221c31a" providerId="ADAL" clId="{7706A79A-AE72-3540-AE55-6D39A4F484CA}" dt="2023-11-20T14:34:24.499" v="6364" actId="20577"/>
          <ac:spMkLst>
            <pc:docMk/>
            <pc:sldMk cId="1254507718" sldId="627"/>
            <ac:spMk id="3" creationId="{2230D8A9-ED04-4EA0-B35C-55F26289616D}"/>
          </ac:spMkLst>
        </pc:spChg>
        <pc:spChg chg="del">
          <ac:chgData name="Craig Alexander" userId="cbab3422-1701-47c9-a4f0-14c0d221c31a" providerId="ADAL" clId="{7706A79A-AE72-3540-AE55-6D39A4F484CA}" dt="2023-11-20T14:33:56.222" v="6330" actId="478"/>
          <ac:spMkLst>
            <pc:docMk/>
            <pc:sldMk cId="1254507718" sldId="627"/>
            <ac:spMk id="4" creationId="{7D7EB48F-0D99-867E-F5A1-7B0F84487549}"/>
          </ac:spMkLst>
        </pc:spChg>
      </pc:sldChg>
      <pc:sldChg chg="del">
        <pc:chgData name="Craig Alexander" userId="cbab3422-1701-47c9-a4f0-14c0d221c31a" providerId="ADAL" clId="{7706A79A-AE72-3540-AE55-6D39A4F484CA}" dt="2023-11-15T13:48:17.321" v="1" actId="2696"/>
        <pc:sldMkLst>
          <pc:docMk/>
          <pc:sldMk cId="3962809886" sldId="651"/>
        </pc:sldMkLst>
      </pc:sldChg>
      <pc:sldChg chg="del">
        <pc:chgData name="Craig Alexander" userId="cbab3422-1701-47c9-a4f0-14c0d221c31a" providerId="ADAL" clId="{7706A79A-AE72-3540-AE55-6D39A4F484CA}" dt="2023-11-15T13:48:18.669" v="6" actId="2696"/>
        <pc:sldMkLst>
          <pc:docMk/>
          <pc:sldMk cId="3306440803" sldId="653"/>
        </pc:sldMkLst>
      </pc:sldChg>
      <pc:sldChg chg="del">
        <pc:chgData name="Craig Alexander" userId="cbab3422-1701-47c9-a4f0-14c0d221c31a" providerId="ADAL" clId="{7706A79A-AE72-3540-AE55-6D39A4F484CA}" dt="2023-11-15T13:48:19.069" v="7" actId="2696"/>
        <pc:sldMkLst>
          <pc:docMk/>
          <pc:sldMk cId="2121240763" sldId="654"/>
        </pc:sldMkLst>
      </pc:sldChg>
      <pc:sldChg chg="del">
        <pc:chgData name="Craig Alexander" userId="cbab3422-1701-47c9-a4f0-14c0d221c31a" providerId="ADAL" clId="{7706A79A-AE72-3540-AE55-6D39A4F484CA}" dt="2023-11-15T13:48:20.167" v="11" actId="2696"/>
        <pc:sldMkLst>
          <pc:docMk/>
          <pc:sldMk cId="1837226633" sldId="657"/>
        </pc:sldMkLst>
      </pc:sldChg>
      <pc:sldChg chg="del">
        <pc:chgData name="Craig Alexander" userId="cbab3422-1701-47c9-a4f0-14c0d221c31a" providerId="ADAL" clId="{7706A79A-AE72-3540-AE55-6D39A4F484CA}" dt="2023-11-15T13:48:24.229" v="23" actId="2696"/>
        <pc:sldMkLst>
          <pc:docMk/>
          <pc:sldMk cId="2772863168" sldId="660"/>
        </pc:sldMkLst>
      </pc:sldChg>
      <pc:sldChg chg="ord modNotesTx">
        <pc:chgData name="Craig Alexander" userId="cbab3422-1701-47c9-a4f0-14c0d221c31a" providerId="ADAL" clId="{7706A79A-AE72-3540-AE55-6D39A4F484CA}" dt="2023-11-19T17:23:49.656" v="3237" actId="20577"/>
        <pc:sldMkLst>
          <pc:docMk/>
          <pc:sldMk cId="984725494" sldId="662"/>
        </pc:sldMkLst>
      </pc:sldChg>
      <pc:sldChg chg="modSp add mod modShow">
        <pc:chgData name="Craig Alexander" userId="cbab3422-1701-47c9-a4f0-14c0d221c31a" providerId="ADAL" clId="{7706A79A-AE72-3540-AE55-6D39A4F484CA}" dt="2023-11-19T18:06:55.700" v="6324" actId="729"/>
        <pc:sldMkLst>
          <pc:docMk/>
          <pc:sldMk cId="1379964758" sldId="674"/>
        </pc:sldMkLst>
        <pc:spChg chg="mod">
          <ac:chgData name="Craig Alexander" userId="cbab3422-1701-47c9-a4f0-14c0d221c31a" providerId="ADAL" clId="{7706A79A-AE72-3540-AE55-6D39A4F484CA}" dt="2023-11-15T13:48:49.130" v="40" actId="20577"/>
          <ac:spMkLst>
            <pc:docMk/>
            <pc:sldMk cId="1379964758" sldId="674"/>
            <ac:spMk id="2" creationId="{413C0FEE-15A1-4F03-AFC0-568AC3DEE239}"/>
          </ac:spMkLst>
        </pc:spChg>
        <pc:spChg chg="mod">
          <ac:chgData name="Craig Alexander" userId="cbab3422-1701-47c9-a4f0-14c0d221c31a" providerId="ADAL" clId="{7706A79A-AE72-3540-AE55-6D39A4F484CA}" dt="2023-11-15T13:49:46.846" v="99" actId="20577"/>
          <ac:spMkLst>
            <pc:docMk/>
            <pc:sldMk cId="1379964758" sldId="674"/>
            <ac:spMk id="3" creationId="{B1D7A772-7D15-427D-AE80-9D8B4AC29010}"/>
          </ac:spMkLst>
        </pc:spChg>
      </pc:sldChg>
      <pc:sldChg chg="modSp add mod modAnim modShow">
        <pc:chgData name="Craig Alexander" userId="cbab3422-1701-47c9-a4f0-14c0d221c31a" providerId="ADAL" clId="{7706A79A-AE72-3540-AE55-6D39A4F484CA}" dt="2023-11-19T18:06:52.185" v="6323" actId="729"/>
        <pc:sldMkLst>
          <pc:docMk/>
          <pc:sldMk cId="3348232681" sldId="675"/>
        </pc:sldMkLst>
        <pc:spChg chg="mod">
          <ac:chgData name="Craig Alexander" userId="cbab3422-1701-47c9-a4f0-14c0d221c31a" providerId="ADAL" clId="{7706A79A-AE72-3540-AE55-6D39A4F484CA}" dt="2023-11-15T13:59:38.815" v="375" actId="1076"/>
          <ac:spMkLst>
            <pc:docMk/>
            <pc:sldMk cId="3348232681" sldId="675"/>
            <ac:spMk id="2" creationId="{413C0FEE-15A1-4F03-AFC0-568AC3DEE239}"/>
          </ac:spMkLst>
        </pc:spChg>
        <pc:spChg chg="mod">
          <ac:chgData name="Craig Alexander" userId="cbab3422-1701-47c9-a4f0-14c0d221c31a" providerId="ADAL" clId="{7706A79A-AE72-3540-AE55-6D39A4F484CA}" dt="2023-11-15T13:50:14.671" v="115" actId="20577"/>
          <ac:spMkLst>
            <pc:docMk/>
            <pc:sldMk cId="3348232681" sldId="675"/>
            <ac:spMk id="3" creationId="{B1D7A772-7D15-427D-AE80-9D8B4AC29010}"/>
          </ac:spMkLst>
        </pc:spChg>
      </pc:sldChg>
      <pc:sldChg chg="modSp add mod modShow">
        <pc:chgData name="Craig Alexander" userId="cbab3422-1701-47c9-a4f0-14c0d221c31a" providerId="ADAL" clId="{7706A79A-AE72-3540-AE55-6D39A4F484CA}" dt="2023-11-19T18:06:41.453" v="6321" actId="729"/>
        <pc:sldMkLst>
          <pc:docMk/>
          <pc:sldMk cId="282959425" sldId="676"/>
        </pc:sldMkLst>
        <pc:spChg chg="mod">
          <ac:chgData name="Craig Alexander" userId="cbab3422-1701-47c9-a4f0-14c0d221c31a" providerId="ADAL" clId="{7706A79A-AE72-3540-AE55-6D39A4F484CA}" dt="2023-11-15T13:59:30.717" v="373" actId="1076"/>
          <ac:spMkLst>
            <pc:docMk/>
            <pc:sldMk cId="282959425" sldId="676"/>
            <ac:spMk id="2" creationId="{413C0FEE-15A1-4F03-AFC0-568AC3DEE239}"/>
          </ac:spMkLst>
        </pc:spChg>
        <pc:spChg chg="mod">
          <ac:chgData name="Craig Alexander" userId="cbab3422-1701-47c9-a4f0-14c0d221c31a" providerId="ADAL" clId="{7706A79A-AE72-3540-AE55-6D39A4F484CA}" dt="2023-11-15T13:59:19.585" v="372" actId="20577"/>
          <ac:spMkLst>
            <pc:docMk/>
            <pc:sldMk cId="282959425" sldId="676"/>
            <ac:spMk id="3" creationId="{B1D7A772-7D15-427D-AE80-9D8B4AC29010}"/>
          </ac:spMkLst>
        </pc:spChg>
      </pc:sldChg>
      <pc:sldChg chg="modSp add mod modAnim modShow">
        <pc:chgData name="Craig Alexander" userId="cbab3422-1701-47c9-a4f0-14c0d221c31a" providerId="ADAL" clId="{7706A79A-AE72-3540-AE55-6D39A4F484CA}" dt="2023-11-19T18:06:45.398" v="6322" actId="729"/>
        <pc:sldMkLst>
          <pc:docMk/>
          <pc:sldMk cId="3786774267" sldId="678"/>
        </pc:sldMkLst>
        <pc:spChg chg="mod">
          <ac:chgData name="Craig Alexander" userId="cbab3422-1701-47c9-a4f0-14c0d221c31a" providerId="ADAL" clId="{7706A79A-AE72-3540-AE55-6D39A4F484CA}" dt="2023-11-15T13:59:34.788" v="374" actId="1076"/>
          <ac:spMkLst>
            <pc:docMk/>
            <pc:sldMk cId="3786774267" sldId="678"/>
            <ac:spMk id="2" creationId="{413C0FEE-15A1-4F03-AFC0-568AC3DEE239}"/>
          </ac:spMkLst>
        </pc:spChg>
        <pc:spChg chg="mod">
          <ac:chgData name="Craig Alexander" userId="cbab3422-1701-47c9-a4f0-14c0d221c31a" providerId="ADAL" clId="{7706A79A-AE72-3540-AE55-6D39A4F484CA}" dt="2023-11-15T13:53:07.483" v="316" actId="20577"/>
          <ac:spMkLst>
            <pc:docMk/>
            <pc:sldMk cId="3786774267" sldId="678"/>
            <ac:spMk id="3" creationId="{B1D7A772-7D15-427D-AE80-9D8B4AC29010}"/>
          </ac:spMkLst>
        </pc:spChg>
      </pc:sldChg>
      <pc:sldChg chg="addSp delSp modSp add mod modNotesTx">
        <pc:chgData name="Craig Alexander" userId="cbab3422-1701-47c9-a4f0-14c0d221c31a" providerId="ADAL" clId="{7706A79A-AE72-3540-AE55-6D39A4F484CA}" dt="2023-11-19T18:01:29.534" v="6259" actId="14100"/>
        <pc:sldMkLst>
          <pc:docMk/>
          <pc:sldMk cId="3292495749" sldId="680"/>
        </pc:sldMkLst>
        <pc:spChg chg="mod">
          <ac:chgData name="Craig Alexander" userId="cbab3422-1701-47c9-a4f0-14c0d221c31a" providerId="ADAL" clId="{7706A79A-AE72-3540-AE55-6D39A4F484CA}" dt="2023-11-19T16:52:37.777" v="1718" actId="1076"/>
          <ac:spMkLst>
            <pc:docMk/>
            <pc:sldMk cId="3292495749" sldId="680"/>
            <ac:spMk id="2" creationId="{07596985-3D7B-220C-685E-0779E9E6B47D}"/>
          </ac:spMkLst>
        </pc:spChg>
        <pc:spChg chg="mod">
          <ac:chgData name="Craig Alexander" userId="cbab3422-1701-47c9-a4f0-14c0d221c31a" providerId="ADAL" clId="{7706A79A-AE72-3540-AE55-6D39A4F484CA}" dt="2023-11-19T16:52:51.813" v="1723" actId="1076"/>
          <ac:spMkLst>
            <pc:docMk/>
            <pc:sldMk cId="3292495749" sldId="680"/>
            <ac:spMk id="8" creationId="{30845BE9-91E9-F7BB-1016-3C54C2CDB356}"/>
          </ac:spMkLst>
        </pc:spChg>
        <pc:picChg chg="add mod">
          <ac:chgData name="Craig Alexander" userId="cbab3422-1701-47c9-a4f0-14c0d221c31a" providerId="ADAL" clId="{7706A79A-AE72-3540-AE55-6D39A4F484CA}" dt="2023-11-19T18:01:29.534" v="6259" actId="14100"/>
          <ac:picMkLst>
            <pc:docMk/>
            <pc:sldMk cId="3292495749" sldId="680"/>
            <ac:picMk id="3" creationId="{2A398087-20A9-85A8-5885-193C9DB1C962}"/>
          </ac:picMkLst>
        </pc:picChg>
        <pc:picChg chg="del mod">
          <ac:chgData name="Craig Alexander" userId="cbab3422-1701-47c9-a4f0-14c0d221c31a" providerId="ADAL" clId="{7706A79A-AE72-3540-AE55-6D39A4F484CA}" dt="2023-11-19T18:01:06.437" v="6252" actId="478"/>
          <ac:picMkLst>
            <pc:docMk/>
            <pc:sldMk cId="3292495749" sldId="680"/>
            <ac:picMk id="7" creationId="{A77DE437-7E50-91F8-B577-4F7A8FD4932C}"/>
          </ac:picMkLst>
        </pc:picChg>
      </pc:sldChg>
      <pc:sldChg chg="modSp mod modNotesTx">
        <pc:chgData name="Craig Alexander" userId="cbab3422-1701-47c9-a4f0-14c0d221c31a" providerId="ADAL" clId="{7706A79A-AE72-3540-AE55-6D39A4F484CA}" dt="2023-11-19T17:26:46.626" v="3315" actId="20577"/>
        <pc:sldMkLst>
          <pc:docMk/>
          <pc:sldMk cId="1387774332" sldId="685"/>
        </pc:sldMkLst>
        <pc:spChg chg="mod">
          <ac:chgData name="Craig Alexander" userId="cbab3422-1701-47c9-a4f0-14c0d221c31a" providerId="ADAL" clId="{7706A79A-AE72-3540-AE55-6D39A4F484CA}" dt="2023-11-19T16:01:20.986" v="488" actId="20577"/>
          <ac:spMkLst>
            <pc:docMk/>
            <pc:sldMk cId="1387774332" sldId="685"/>
            <ac:spMk id="4" creationId="{F315733D-1C1B-F6B9-D92E-5CC1C22B996D}"/>
          </ac:spMkLst>
        </pc:spChg>
      </pc:sldChg>
      <pc:sldChg chg="modSp add mod modAnim modNotesTx">
        <pc:chgData name="Craig Alexander" userId="cbab3422-1701-47c9-a4f0-14c0d221c31a" providerId="ADAL" clId="{7706A79A-AE72-3540-AE55-6D39A4F484CA}" dt="2023-11-19T17:29:10.228" v="3889" actId="20577"/>
        <pc:sldMkLst>
          <pc:docMk/>
          <pc:sldMk cId="1999774511" sldId="686"/>
        </pc:sldMkLst>
        <pc:spChg chg="mod">
          <ac:chgData name="Craig Alexander" userId="cbab3422-1701-47c9-a4f0-14c0d221c31a" providerId="ADAL" clId="{7706A79A-AE72-3540-AE55-6D39A4F484CA}" dt="2023-11-19T16:02:44.388" v="630" actId="20577"/>
          <ac:spMkLst>
            <pc:docMk/>
            <pc:sldMk cId="1999774511" sldId="686"/>
            <ac:spMk id="2" creationId="{BCED6D11-8D2E-DA4D-98A2-908011AD76C4}"/>
          </ac:spMkLst>
        </pc:spChg>
        <pc:spChg chg="mod">
          <ac:chgData name="Craig Alexander" userId="cbab3422-1701-47c9-a4f0-14c0d221c31a" providerId="ADAL" clId="{7706A79A-AE72-3540-AE55-6D39A4F484CA}" dt="2023-11-19T16:08:07.895" v="1098" actId="20577"/>
          <ac:spMkLst>
            <pc:docMk/>
            <pc:sldMk cId="1999774511" sldId="686"/>
            <ac:spMk id="4" creationId="{F315733D-1C1B-F6B9-D92E-5CC1C22B996D}"/>
          </ac:spMkLst>
        </pc:spChg>
      </pc:sldChg>
      <pc:sldChg chg="addSp delSp modSp add mod modAnim modNotesTx">
        <pc:chgData name="Craig Alexander" userId="cbab3422-1701-47c9-a4f0-14c0d221c31a" providerId="ADAL" clId="{7706A79A-AE72-3540-AE55-6D39A4F484CA}" dt="2023-11-19T17:32:30.616" v="4173" actId="20577"/>
        <pc:sldMkLst>
          <pc:docMk/>
          <pc:sldMk cId="3644723738" sldId="687"/>
        </pc:sldMkLst>
        <pc:spChg chg="mod">
          <ac:chgData name="Craig Alexander" userId="cbab3422-1701-47c9-a4f0-14c0d221c31a" providerId="ADAL" clId="{7706A79A-AE72-3540-AE55-6D39A4F484CA}" dt="2023-11-19T16:09:15.379" v="1149" actId="20577"/>
          <ac:spMkLst>
            <pc:docMk/>
            <pc:sldMk cId="3644723738" sldId="687"/>
            <ac:spMk id="2" creationId="{BCED6D11-8D2E-DA4D-98A2-908011AD76C4}"/>
          </ac:spMkLst>
        </pc:spChg>
        <pc:spChg chg="mod">
          <ac:chgData name="Craig Alexander" userId="cbab3422-1701-47c9-a4f0-14c0d221c31a" providerId="ADAL" clId="{7706A79A-AE72-3540-AE55-6D39A4F484CA}" dt="2023-11-19T16:14:41.764" v="1519" actId="20577"/>
          <ac:spMkLst>
            <pc:docMk/>
            <pc:sldMk cId="3644723738" sldId="687"/>
            <ac:spMk id="4" creationId="{F315733D-1C1B-F6B9-D92E-5CC1C22B996D}"/>
          </ac:spMkLst>
        </pc:spChg>
        <pc:spChg chg="add mod">
          <ac:chgData name="Craig Alexander" userId="cbab3422-1701-47c9-a4f0-14c0d221c31a" providerId="ADAL" clId="{7706A79A-AE72-3540-AE55-6D39A4F484CA}" dt="2023-11-19T16:29:02.262" v="1615" actId="20577"/>
          <ac:spMkLst>
            <pc:docMk/>
            <pc:sldMk cId="3644723738" sldId="687"/>
            <ac:spMk id="9" creationId="{BE10DA86-7404-02C4-8D45-0EC3692CDC56}"/>
          </ac:spMkLst>
        </pc:spChg>
        <pc:graphicFrameChg chg="add del mod">
          <ac:chgData name="Craig Alexander" userId="cbab3422-1701-47c9-a4f0-14c0d221c31a" providerId="ADAL" clId="{7706A79A-AE72-3540-AE55-6D39A4F484CA}" dt="2023-11-19T16:13:26.409" v="1400" actId="478"/>
          <ac:graphicFrameMkLst>
            <pc:docMk/>
            <pc:sldMk cId="3644723738" sldId="687"/>
            <ac:graphicFrameMk id="3" creationId="{DC39CB74-1C1C-C9B0-4890-A85F31A465C9}"/>
          </ac:graphicFrameMkLst>
        </pc:graphicFrameChg>
        <pc:graphicFrameChg chg="add mod">
          <ac:chgData name="Craig Alexander" userId="cbab3422-1701-47c9-a4f0-14c0d221c31a" providerId="ADAL" clId="{7706A79A-AE72-3540-AE55-6D39A4F484CA}" dt="2023-11-19T16:15:03.141" v="1521" actId="1076"/>
          <ac:graphicFrameMkLst>
            <pc:docMk/>
            <pc:sldMk cId="3644723738" sldId="687"/>
            <ac:graphicFrameMk id="6" creationId="{181C5ED2-B803-3D79-D7BF-F2816CF3420E}"/>
          </ac:graphicFrameMkLst>
        </pc:graphicFrameChg>
        <pc:picChg chg="add mod">
          <ac:chgData name="Craig Alexander" userId="cbab3422-1701-47c9-a4f0-14c0d221c31a" providerId="ADAL" clId="{7706A79A-AE72-3540-AE55-6D39A4F484CA}" dt="2023-11-19T16:14:20.009" v="1486" actId="1076"/>
          <ac:picMkLst>
            <pc:docMk/>
            <pc:sldMk cId="3644723738" sldId="687"/>
            <ac:picMk id="5" creationId="{F7EB2F5C-9822-F789-15D9-BB6126AE9281}"/>
          </ac:picMkLst>
        </pc:picChg>
        <pc:picChg chg="add mod">
          <ac:chgData name="Craig Alexander" userId="cbab3422-1701-47c9-a4f0-14c0d221c31a" providerId="ADAL" clId="{7706A79A-AE72-3540-AE55-6D39A4F484CA}" dt="2023-11-19T16:15:46.796" v="1522"/>
          <ac:picMkLst>
            <pc:docMk/>
            <pc:sldMk cId="3644723738" sldId="687"/>
            <ac:picMk id="7" creationId="{545D251F-4E15-B432-3598-6068CED2CDD9}"/>
          </ac:picMkLst>
        </pc:picChg>
        <pc:picChg chg="add mod">
          <ac:chgData name="Craig Alexander" userId="cbab3422-1701-47c9-a4f0-14c0d221c31a" providerId="ADAL" clId="{7706A79A-AE72-3540-AE55-6D39A4F484CA}" dt="2023-11-19T16:20:02.466" v="1568" actId="14100"/>
          <ac:picMkLst>
            <pc:docMk/>
            <pc:sldMk cId="3644723738" sldId="687"/>
            <ac:picMk id="8" creationId="{15080CE7-BB30-C195-9AAD-EB2BDAA3682D}"/>
          </ac:picMkLst>
        </pc:picChg>
      </pc:sldChg>
      <pc:sldChg chg="delSp modSp add mod modShow modNotesTx">
        <pc:chgData name="Craig Alexander" userId="cbab3422-1701-47c9-a4f0-14c0d221c31a" providerId="ADAL" clId="{7706A79A-AE72-3540-AE55-6D39A4F484CA}" dt="2023-11-19T18:06:36.400" v="6320" actId="729"/>
        <pc:sldMkLst>
          <pc:docMk/>
          <pc:sldMk cId="3271668015" sldId="688"/>
        </pc:sldMkLst>
        <pc:spChg chg="mod">
          <ac:chgData name="Craig Alexander" userId="cbab3422-1701-47c9-a4f0-14c0d221c31a" providerId="ADAL" clId="{7706A79A-AE72-3540-AE55-6D39A4F484CA}" dt="2023-11-19T16:20:15.162" v="1572" actId="207"/>
          <ac:spMkLst>
            <pc:docMk/>
            <pc:sldMk cId="3271668015" sldId="688"/>
            <ac:spMk id="4" creationId="{F315733D-1C1B-F6B9-D92E-5CC1C22B996D}"/>
          </ac:spMkLst>
        </pc:spChg>
        <pc:picChg chg="del">
          <ac:chgData name="Craig Alexander" userId="cbab3422-1701-47c9-a4f0-14c0d221c31a" providerId="ADAL" clId="{7706A79A-AE72-3540-AE55-6D39A4F484CA}" dt="2023-11-19T16:20:10.999" v="1571" actId="478"/>
          <ac:picMkLst>
            <pc:docMk/>
            <pc:sldMk cId="3271668015" sldId="688"/>
            <ac:picMk id="7" creationId="{545D251F-4E15-B432-3598-6068CED2CDD9}"/>
          </ac:picMkLst>
        </pc:picChg>
        <pc:picChg chg="del">
          <ac:chgData name="Craig Alexander" userId="cbab3422-1701-47c9-a4f0-14c0d221c31a" providerId="ADAL" clId="{7706A79A-AE72-3540-AE55-6D39A4F484CA}" dt="2023-11-19T16:20:09.992" v="1570" actId="478"/>
          <ac:picMkLst>
            <pc:docMk/>
            <pc:sldMk cId="3271668015" sldId="688"/>
            <ac:picMk id="8" creationId="{15080CE7-BB30-C195-9AAD-EB2BDAA3682D}"/>
          </ac:picMkLst>
        </pc:picChg>
      </pc:sldChg>
      <pc:sldChg chg="delSp modSp add mod modShow">
        <pc:chgData name="Craig Alexander" userId="cbab3422-1701-47c9-a4f0-14c0d221c31a" providerId="ADAL" clId="{7706A79A-AE72-3540-AE55-6D39A4F484CA}" dt="2023-11-19T18:06:30.888" v="6319" actId="729"/>
        <pc:sldMkLst>
          <pc:docMk/>
          <pc:sldMk cId="938638579" sldId="689"/>
        </pc:sldMkLst>
        <pc:spChg chg="del">
          <ac:chgData name="Craig Alexander" userId="cbab3422-1701-47c9-a4f0-14c0d221c31a" providerId="ADAL" clId="{7706A79A-AE72-3540-AE55-6D39A4F484CA}" dt="2023-11-19T16:30:12.948" v="1622" actId="478"/>
          <ac:spMkLst>
            <pc:docMk/>
            <pc:sldMk cId="938638579" sldId="689"/>
            <ac:spMk id="4" creationId="{4937E15E-9FE8-F100-2605-8327DA1CB8EB}"/>
          </ac:spMkLst>
        </pc:spChg>
        <pc:spChg chg="mod">
          <ac:chgData name="Craig Alexander" userId="cbab3422-1701-47c9-a4f0-14c0d221c31a" providerId="ADAL" clId="{7706A79A-AE72-3540-AE55-6D39A4F484CA}" dt="2023-11-19T16:33:44.085" v="1711" actId="20577"/>
          <ac:spMkLst>
            <pc:docMk/>
            <pc:sldMk cId="938638579" sldId="689"/>
            <ac:spMk id="118" creationId="{00000000-0000-0000-0000-000000000000}"/>
          </ac:spMkLst>
        </pc:spChg>
        <pc:picChg chg="del">
          <ac:chgData name="Craig Alexander" userId="cbab3422-1701-47c9-a4f0-14c0d221c31a" providerId="ADAL" clId="{7706A79A-AE72-3540-AE55-6D39A4F484CA}" dt="2023-11-19T16:30:11.046" v="1621" actId="478"/>
          <ac:picMkLst>
            <pc:docMk/>
            <pc:sldMk cId="938638579" sldId="689"/>
            <ac:picMk id="2" creationId="{AAFE6F08-0C18-743B-5BCA-F9070039239F}"/>
          </ac:picMkLst>
        </pc:picChg>
        <pc:picChg chg="del">
          <ac:chgData name="Craig Alexander" userId="cbab3422-1701-47c9-a4f0-14c0d221c31a" providerId="ADAL" clId="{7706A79A-AE72-3540-AE55-6D39A4F484CA}" dt="2023-11-19T16:30:10.125" v="1620" actId="478"/>
          <ac:picMkLst>
            <pc:docMk/>
            <pc:sldMk cId="938638579" sldId="689"/>
            <ac:picMk id="3" creationId="{2D8EBF80-9BCC-2972-2828-92B12DC6753B}"/>
          </ac:picMkLst>
        </pc:picChg>
      </pc:sldChg>
      <pc:sldChg chg="modSp add mod modNotesTx">
        <pc:chgData name="Craig Alexander" userId="cbab3422-1701-47c9-a4f0-14c0d221c31a" providerId="ADAL" clId="{7706A79A-AE72-3540-AE55-6D39A4F484CA}" dt="2023-11-19T17:16:27.413" v="2920" actId="20577"/>
        <pc:sldMkLst>
          <pc:docMk/>
          <pc:sldMk cId="1344438595" sldId="690"/>
        </pc:sldMkLst>
        <pc:spChg chg="mod">
          <ac:chgData name="Craig Alexander" userId="cbab3422-1701-47c9-a4f0-14c0d221c31a" providerId="ADAL" clId="{7706A79A-AE72-3540-AE55-6D39A4F484CA}" dt="2023-11-19T16:58:45.944" v="1839" actId="20577"/>
          <ac:spMkLst>
            <pc:docMk/>
            <pc:sldMk cId="1344438595" sldId="690"/>
            <ac:spMk id="2" creationId="{BCED6D11-8D2E-DA4D-98A2-908011AD76C4}"/>
          </ac:spMkLst>
        </pc:spChg>
        <pc:spChg chg="mod">
          <ac:chgData name="Craig Alexander" userId="cbab3422-1701-47c9-a4f0-14c0d221c31a" providerId="ADAL" clId="{7706A79A-AE72-3540-AE55-6D39A4F484CA}" dt="2023-11-19T17:16:27.413" v="2920" actId="20577"/>
          <ac:spMkLst>
            <pc:docMk/>
            <pc:sldMk cId="1344438595" sldId="690"/>
            <ac:spMk id="4" creationId="{F315733D-1C1B-F6B9-D92E-5CC1C22B996D}"/>
          </ac:spMkLst>
        </pc:spChg>
      </pc:sldChg>
      <pc:sldChg chg="delSp modSp add mod modShow">
        <pc:chgData name="Craig Alexander" userId="cbab3422-1701-47c9-a4f0-14c0d221c31a" providerId="ADAL" clId="{7706A79A-AE72-3540-AE55-6D39A4F484CA}" dt="2023-11-20T14:22:45.676" v="6325" actId="729"/>
        <pc:sldMkLst>
          <pc:docMk/>
          <pc:sldMk cId="1576458234" sldId="691"/>
        </pc:sldMkLst>
        <pc:spChg chg="mod">
          <ac:chgData name="Craig Alexander" userId="cbab3422-1701-47c9-a4f0-14c0d221c31a" providerId="ADAL" clId="{7706A79A-AE72-3540-AE55-6D39A4F484CA}" dt="2023-11-19T18:03:36.349" v="6287" actId="20577"/>
          <ac:spMkLst>
            <pc:docMk/>
            <pc:sldMk cId="1576458234" sldId="691"/>
            <ac:spMk id="2" creationId="{07596985-3D7B-220C-685E-0779E9E6B47D}"/>
          </ac:spMkLst>
        </pc:spChg>
        <pc:picChg chg="del">
          <ac:chgData name="Craig Alexander" userId="cbab3422-1701-47c9-a4f0-14c0d221c31a" providerId="ADAL" clId="{7706A79A-AE72-3540-AE55-6D39A4F484CA}" dt="2023-11-19T18:03:38.055" v="6288" actId="478"/>
          <ac:picMkLst>
            <pc:docMk/>
            <pc:sldMk cId="1576458234" sldId="691"/>
            <ac:picMk id="3" creationId="{2A398087-20A9-85A8-5885-193C9DB1C962}"/>
          </ac:picMkLst>
        </pc:picChg>
      </pc:sldChg>
      <pc:sldChg chg="del">
        <pc:chgData name="Craig Alexander" userId="cbab3422-1701-47c9-a4f0-14c0d221c31a" providerId="ADAL" clId="{7706A79A-AE72-3540-AE55-6D39A4F484CA}" dt="2023-11-15T13:48:17.155" v="0" actId="2696"/>
        <pc:sldMkLst>
          <pc:docMk/>
          <pc:sldMk cId="3341860103" sldId="725"/>
        </pc:sldMkLst>
      </pc:sldChg>
      <pc:sldChg chg="del">
        <pc:chgData name="Craig Alexander" userId="cbab3422-1701-47c9-a4f0-14c0d221c31a" providerId="ADAL" clId="{7706A79A-AE72-3540-AE55-6D39A4F484CA}" dt="2023-11-15T13:48:20.482" v="12" actId="2696"/>
        <pc:sldMkLst>
          <pc:docMk/>
          <pc:sldMk cId="2084770527" sldId="726"/>
        </pc:sldMkLst>
      </pc:sldChg>
      <pc:sldChg chg="del">
        <pc:chgData name="Craig Alexander" userId="cbab3422-1701-47c9-a4f0-14c0d221c31a" providerId="ADAL" clId="{7706A79A-AE72-3540-AE55-6D39A4F484CA}" dt="2023-11-15T13:48:21.369" v="15" actId="2696"/>
        <pc:sldMkLst>
          <pc:docMk/>
          <pc:sldMk cId="3484400044" sldId="727"/>
        </pc:sldMkLst>
      </pc:sldChg>
      <pc:sldChg chg="del">
        <pc:chgData name="Craig Alexander" userId="cbab3422-1701-47c9-a4f0-14c0d221c31a" providerId="ADAL" clId="{7706A79A-AE72-3540-AE55-6D39A4F484CA}" dt="2023-11-15T13:48:23.361" v="21" actId="2696"/>
        <pc:sldMkLst>
          <pc:docMk/>
          <pc:sldMk cId="1359793087" sldId="728"/>
        </pc:sldMkLst>
      </pc:sldChg>
      <pc:sldChg chg="del">
        <pc:chgData name="Craig Alexander" userId="cbab3422-1701-47c9-a4f0-14c0d221c31a" providerId="ADAL" clId="{7706A79A-AE72-3540-AE55-6D39A4F484CA}" dt="2023-11-15T13:48:24.534" v="24" actId="2696"/>
        <pc:sldMkLst>
          <pc:docMk/>
          <pc:sldMk cId="299661283" sldId="729"/>
        </pc:sldMkLst>
      </pc:sldChg>
      <pc:sldChg chg="del">
        <pc:chgData name="Craig Alexander" userId="cbab3422-1701-47c9-a4f0-14c0d221c31a" providerId="ADAL" clId="{7706A79A-AE72-3540-AE55-6D39A4F484CA}" dt="2023-11-15T13:48:25.375" v="26" actId="2696"/>
        <pc:sldMkLst>
          <pc:docMk/>
          <pc:sldMk cId="1261146965" sldId="730"/>
        </pc:sldMkLst>
      </pc:sldChg>
    </pc:docChg>
  </pc:docChgLst>
  <pc:docChgLst>
    <pc:chgData name="Craig Alexander" userId="cbab3422-1701-47c9-a4f0-14c0d221c31a" providerId="ADAL" clId="{C9D4C527-FC3A-7E47-B87A-73733C267CFC}"/>
    <pc:docChg chg="custSel delSld modSld">
      <pc:chgData name="Craig Alexander" userId="cbab3422-1701-47c9-a4f0-14c0d221c31a" providerId="ADAL" clId="{C9D4C527-FC3A-7E47-B87A-73733C267CFC}" dt="2023-11-30T14:30:23.497" v="1047" actId="729"/>
      <pc:docMkLst>
        <pc:docMk/>
      </pc:docMkLst>
      <pc:sldChg chg="delSp modSp mod modNotesTx">
        <pc:chgData name="Craig Alexander" userId="cbab3422-1701-47c9-a4f0-14c0d221c31a" providerId="ADAL" clId="{C9D4C527-FC3A-7E47-B87A-73733C267CFC}" dt="2023-11-30T14:26:46.547" v="1032" actId="20577"/>
        <pc:sldMkLst>
          <pc:docMk/>
          <pc:sldMk cId="4244171547" sldId="256"/>
        </pc:sldMkLst>
        <pc:spChg chg="mod">
          <ac:chgData name="Craig Alexander" userId="cbab3422-1701-47c9-a4f0-14c0d221c31a" providerId="ADAL" clId="{C9D4C527-FC3A-7E47-B87A-73733C267CFC}" dt="2023-11-28T16:16:06.988" v="22" actId="20577"/>
          <ac:spMkLst>
            <pc:docMk/>
            <pc:sldMk cId="4244171547" sldId="256"/>
            <ac:spMk id="2" creationId="{00000000-0000-0000-0000-000000000000}"/>
          </ac:spMkLst>
        </pc:spChg>
        <pc:spChg chg="mod">
          <ac:chgData name="Craig Alexander" userId="cbab3422-1701-47c9-a4f0-14c0d221c31a" providerId="ADAL" clId="{C9D4C527-FC3A-7E47-B87A-73733C267CFC}" dt="2023-11-28T16:16:09.275" v="23" actId="20577"/>
          <ac:spMkLst>
            <pc:docMk/>
            <pc:sldMk cId="4244171547" sldId="256"/>
            <ac:spMk id="9" creationId="{594142B3-03ED-743D-1767-8648BBFAFC27}"/>
          </ac:spMkLst>
        </pc:spChg>
        <pc:picChg chg="del">
          <ac:chgData name="Craig Alexander" userId="cbab3422-1701-47c9-a4f0-14c0d221c31a" providerId="ADAL" clId="{C9D4C527-FC3A-7E47-B87A-73733C267CFC}" dt="2023-11-28T16:16:10.125" v="24" actId="478"/>
          <ac:picMkLst>
            <pc:docMk/>
            <pc:sldMk cId="4244171547" sldId="256"/>
            <ac:picMk id="5" creationId="{867904EC-6449-30C4-2B99-9C5352F580F8}"/>
          </ac:picMkLst>
        </pc:picChg>
        <pc:picChg chg="mod">
          <ac:chgData name="Craig Alexander" userId="cbab3422-1701-47c9-a4f0-14c0d221c31a" providerId="ADAL" clId="{C9D4C527-FC3A-7E47-B87A-73733C267CFC}" dt="2023-11-28T16:16:01.390" v="1" actId="1076"/>
          <ac:picMkLst>
            <pc:docMk/>
            <pc:sldMk cId="4244171547" sldId="256"/>
            <ac:picMk id="6" creationId="{E1048C9E-FD83-5065-AB12-61A24A125814}"/>
          </ac:picMkLst>
        </pc:picChg>
      </pc:sldChg>
      <pc:sldChg chg="addSp modSp mod modShow">
        <pc:chgData name="Craig Alexander" userId="cbab3422-1701-47c9-a4f0-14c0d221c31a" providerId="ADAL" clId="{C9D4C527-FC3A-7E47-B87A-73733C267CFC}" dt="2023-11-30T14:30:23.497" v="1047" actId="729"/>
        <pc:sldMkLst>
          <pc:docMk/>
          <pc:sldMk cId="1254507718" sldId="627"/>
        </pc:sldMkLst>
        <pc:picChg chg="add mod">
          <ac:chgData name="Craig Alexander" userId="cbab3422-1701-47c9-a4f0-14c0d221c31a" providerId="ADAL" clId="{C9D4C527-FC3A-7E47-B87A-73733C267CFC}" dt="2023-11-30T14:30:19.957" v="1046" actId="14100"/>
          <ac:picMkLst>
            <pc:docMk/>
            <pc:sldMk cId="1254507718" sldId="627"/>
            <ac:picMk id="2" creationId="{88A8A073-1E88-3A38-BC73-725CEBB398C6}"/>
          </ac:picMkLst>
        </pc:picChg>
      </pc:sldChg>
      <pc:sldChg chg="addSp delSp modSp mod modAnim modNotesTx">
        <pc:chgData name="Craig Alexander" userId="cbab3422-1701-47c9-a4f0-14c0d221c31a" providerId="ADAL" clId="{C9D4C527-FC3A-7E47-B87A-73733C267CFC}" dt="2023-11-30T14:26:59.022" v="1035" actId="20577"/>
        <pc:sldMkLst>
          <pc:docMk/>
          <pc:sldMk cId="984725494" sldId="662"/>
        </pc:sldMkLst>
        <pc:spChg chg="mod">
          <ac:chgData name="Craig Alexander" userId="cbab3422-1701-47c9-a4f0-14c0d221c31a" providerId="ADAL" clId="{C9D4C527-FC3A-7E47-B87A-73733C267CFC}" dt="2023-11-28T16:22:11.346" v="600" actId="20577"/>
          <ac:spMkLst>
            <pc:docMk/>
            <pc:sldMk cId="984725494" sldId="662"/>
            <ac:spMk id="2" creationId="{413C0FEE-15A1-4F03-AFC0-568AC3DEE239}"/>
          </ac:spMkLst>
        </pc:spChg>
        <pc:spChg chg="mod">
          <ac:chgData name="Craig Alexander" userId="cbab3422-1701-47c9-a4f0-14c0d221c31a" providerId="ADAL" clId="{C9D4C527-FC3A-7E47-B87A-73733C267CFC}" dt="2023-11-28T16:25:23.925" v="838" actId="20577"/>
          <ac:spMkLst>
            <pc:docMk/>
            <pc:sldMk cId="984725494" sldId="662"/>
            <ac:spMk id="3" creationId="{B1D7A772-7D15-427D-AE80-9D8B4AC29010}"/>
          </ac:spMkLst>
        </pc:spChg>
        <pc:spChg chg="add mod">
          <ac:chgData name="Craig Alexander" userId="cbab3422-1701-47c9-a4f0-14c0d221c31a" providerId="ADAL" clId="{C9D4C527-FC3A-7E47-B87A-73733C267CFC}" dt="2023-11-28T16:27:04.959" v="1027" actId="20577"/>
          <ac:spMkLst>
            <pc:docMk/>
            <pc:sldMk cId="984725494" sldId="662"/>
            <ac:spMk id="4" creationId="{F6816298-A283-ED7E-912C-A79888B0AFA3}"/>
          </ac:spMkLst>
        </pc:spChg>
        <pc:spChg chg="del">
          <ac:chgData name="Craig Alexander" userId="cbab3422-1701-47c9-a4f0-14c0d221c31a" providerId="ADAL" clId="{C9D4C527-FC3A-7E47-B87A-73733C267CFC}" dt="2023-11-28T16:20:37.812" v="563" actId="478"/>
          <ac:spMkLst>
            <pc:docMk/>
            <pc:sldMk cId="984725494" sldId="662"/>
            <ac:spMk id="5" creationId="{31DBA27C-F0FB-4D93-944C-24BEBAA58CF8}"/>
          </ac:spMkLst>
        </pc:spChg>
        <pc:picChg chg="del">
          <ac:chgData name="Craig Alexander" userId="cbab3422-1701-47c9-a4f0-14c0d221c31a" providerId="ADAL" clId="{C9D4C527-FC3A-7E47-B87A-73733C267CFC}" dt="2023-11-28T16:20:36.075" v="562" actId="478"/>
          <ac:picMkLst>
            <pc:docMk/>
            <pc:sldMk cId="984725494" sldId="662"/>
            <ac:picMk id="14338" creationId="{03D4F899-C294-DD51-A6F6-F3D976809FC1}"/>
          </ac:picMkLst>
        </pc:picChg>
      </pc:sldChg>
      <pc:sldChg chg="del">
        <pc:chgData name="Craig Alexander" userId="cbab3422-1701-47c9-a4f0-14c0d221c31a" providerId="ADAL" clId="{C9D4C527-FC3A-7E47-B87A-73733C267CFC}" dt="2023-11-28T16:27:20.126" v="1028" actId="2696"/>
        <pc:sldMkLst>
          <pc:docMk/>
          <pc:sldMk cId="1379964758" sldId="674"/>
        </pc:sldMkLst>
      </pc:sldChg>
      <pc:sldChg chg="del">
        <pc:chgData name="Craig Alexander" userId="cbab3422-1701-47c9-a4f0-14c0d221c31a" providerId="ADAL" clId="{C9D4C527-FC3A-7E47-B87A-73733C267CFC}" dt="2023-11-28T16:27:20.468" v="1029" actId="2696"/>
        <pc:sldMkLst>
          <pc:docMk/>
          <pc:sldMk cId="3348232681" sldId="675"/>
        </pc:sldMkLst>
      </pc:sldChg>
      <pc:sldChg chg="del">
        <pc:chgData name="Craig Alexander" userId="cbab3422-1701-47c9-a4f0-14c0d221c31a" providerId="ADAL" clId="{C9D4C527-FC3A-7E47-B87A-73733C267CFC}" dt="2023-11-28T16:27:21.503" v="1031" actId="2696"/>
        <pc:sldMkLst>
          <pc:docMk/>
          <pc:sldMk cId="282959425" sldId="676"/>
        </pc:sldMkLst>
      </pc:sldChg>
      <pc:sldChg chg="del">
        <pc:chgData name="Craig Alexander" userId="cbab3422-1701-47c9-a4f0-14c0d221c31a" providerId="ADAL" clId="{C9D4C527-FC3A-7E47-B87A-73733C267CFC}" dt="2023-11-28T16:27:20.991" v="1030" actId="2696"/>
        <pc:sldMkLst>
          <pc:docMk/>
          <pc:sldMk cId="3786774267" sldId="678"/>
        </pc:sldMkLst>
      </pc:sldChg>
      <pc:sldChg chg="modNotesTx">
        <pc:chgData name="Craig Alexander" userId="cbab3422-1701-47c9-a4f0-14c0d221c31a" providerId="ADAL" clId="{C9D4C527-FC3A-7E47-B87A-73733C267CFC}" dt="2023-11-30T14:27:02.438" v="1036" actId="20577"/>
        <pc:sldMkLst>
          <pc:docMk/>
          <pc:sldMk cId="1387774332" sldId="685"/>
        </pc:sldMkLst>
      </pc:sldChg>
      <pc:sldChg chg="modNotesTx">
        <pc:chgData name="Craig Alexander" userId="cbab3422-1701-47c9-a4f0-14c0d221c31a" providerId="ADAL" clId="{C9D4C527-FC3A-7E47-B87A-73733C267CFC}" dt="2023-11-30T14:27:14.229" v="1040" actId="20577"/>
        <pc:sldMkLst>
          <pc:docMk/>
          <pc:sldMk cId="3644723738" sldId="687"/>
        </pc:sldMkLst>
      </pc:sldChg>
      <pc:sldChg chg="addSp modSp mod modNotesTx">
        <pc:chgData name="Craig Alexander" userId="cbab3422-1701-47c9-a4f0-14c0d221c31a" providerId="ADAL" clId="{C9D4C527-FC3A-7E47-B87A-73733C267CFC}" dt="2023-11-30T14:26:53.333" v="1034" actId="20577"/>
        <pc:sldMkLst>
          <pc:docMk/>
          <pc:sldMk cId="1344438595" sldId="690"/>
        </pc:sldMkLst>
        <pc:spChg chg="mod">
          <ac:chgData name="Craig Alexander" userId="cbab3422-1701-47c9-a4f0-14c0d221c31a" providerId="ADAL" clId="{C9D4C527-FC3A-7E47-B87A-73733C267CFC}" dt="2023-11-28T16:19:08.028" v="279" actId="20577"/>
          <ac:spMkLst>
            <pc:docMk/>
            <pc:sldMk cId="1344438595" sldId="690"/>
            <ac:spMk id="2" creationId="{BCED6D11-8D2E-DA4D-98A2-908011AD76C4}"/>
          </ac:spMkLst>
        </pc:spChg>
        <pc:spChg chg="add mod">
          <ac:chgData name="Craig Alexander" userId="cbab3422-1701-47c9-a4f0-14c0d221c31a" providerId="ADAL" clId="{C9D4C527-FC3A-7E47-B87A-73733C267CFC}" dt="2023-11-28T16:20:18.969" v="561" actId="20577"/>
          <ac:spMkLst>
            <pc:docMk/>
            <pc:sldMk cId="1344438595" sldId="690"/>
            <ac:spMk id="3" creationId="{9B159A80-BD0E-DFE5-FABD-B2F289C436F2}"/>
          </ac:spMkLst>
        </pc:spChg>
        <pc:spChg chg="mod">
          <ac:chgData name="Craig Alexander" userId="cbab3422-1701-47c9-a4f0-14c0d221c31a" providerId="ADAL" clId="{C9D4C527-FC3A-7E47-B87A-73733C267CFC}" dt="2023-11-28T16:19:05.652" v="275" actId="20577"/>
          <ac:spMkLst>
            <pc:docMk/>
            <pc:sldMk cId="1344438595" sldId="690"/>
            <ac:spMk id="4" creationId="{F315733D-1C1B-F6B9-D92E-5CC1C22B996D}"/>
          </ac:spMkLst>
        </pc:spChg>
      </pc:sldChg>
      <pc:sldChg chg="modNotesTx">
        <pc:chgData name="Craig Alexander" userId="cbab3422-1701-47c9-a4f0-14c0d221c31a" providerId="ADAL" clId="{C9D4C527-FC3A-7E47-B87A-73733C267CFC}" dt="2023-11-30T14:27:04.992" v="1037" actId="20577"/>
        <pc:sldMkLst>
          <pc:docMk/>
          <pc:sldMk cId="2189607037" sldId="692"/>
        </pc:sldMkLst>
      </pc:sldChg>
      <pc:sldChg chg="modNotesTx">
        <pc:chgData name="Craig Alexander" userId="cbab3422-1701-47c9-a4f0-14c0d221c31a" providerId="ADAL" clId="{C9D4C527-FC3A-7E47-B87A-73733C267CFC}" dt="2023-11-30T14:27:08.284" v="1038" actId="20577"/>
        <pc:sldMkLst>
          <pc:docMk/>
          <pc:sldMk cId="1367554227" sldId="693"/>
        </pc:sldMkLst>
      </pc:sldChg>
      <pc:sldChg chg="modNotesTx">
        <pc:chgData name="Craig Alexander" userId="cbab3422-1701-47c9-a4f0-14c0d221c31a" providerId="ADAL" clId="{C9D4C527-FC3A-7E47-B87A-73733C267CFC}" dt="2023-11-30T14:27:11.173" v="1039" actId="20577"/>
        <pc:sldMkLst>
          <pc:docMk/>
          <pc:sldMk cId="2936656241" sldId="694"/>
        </pc:sldMkLst>
      </pc:sldChg>
      <pc:sldChg chg="modNotesTx">
        <pc:chgData name="Craig Alexander" userId="cbab3422-1701-47c9-a4f0-14c0d221c31a" providerId="ADAL" clId="{C9D4C527-FC3A-7E47-B87A-73733C267CFC}" dt="2023-11-30T14:27:22.026" v="1042" actId="20577"/>
        <pc:sldMkLst>
          <pc:docMk/>
          <pc:sldMk cId="4230409018" sldId="695"/>
        </pc:sldMkLst>
      </pc:sldChg>
      <pc:sldChg chg="modNotesTx">
        <pc:chgData name="Craig Alexander" userId="cbab3422-1701-47c9-a4f0-14c0d221c31a" providerId="ADAL" clId="{C9D4C527-FC3A-7E47-B87A-73733C267CFC}" dt="2023-11-30T14:27:16.748" v="1041" actId="20577"/>
        <pc:sldMkLst>
          <pc:docMk/>
          <pc:sldMk cId="1347015315" sldId="696"/>
        </pc:sldMkLst>
      </pc:sldChg>
      <pc:sldChg chg="modNotesTx">
        <pc:chgData name="Craig Alexander" userId="cbab3422-1701-47c9-a4f0-14c0d221c31a" providerId="ADAL" clId="{C9D4C527-FC3A-7E47-B87A-73733C267CFC}" dt="2023-11-30T14:27:24.917" v="1043" actId="20577"/>
        <pc:sldMkLst>
          <pc:docMk/>
          <pc:sldMk cId="1711120041" sldId="697"/>
        </pc:sldMkLst>
      </pc:sldChg>
      <pc:sldChg chg="modNotesTx">
        <pc:chgData name="Craig Alexander" userId="cbab3422-1701-47c9-a4f0-14c0d221c31a" providerId="ADAL" clId="{C9D4C527-FC3A-7E47-B87A-73733C267CFC}" dt="2023-11-30T14:27:29.880" v="1044" actId="20577"/>
        <pc:sldMkLst>
          <pc:docMk/>
          <pc:sldMk cId="1570722392" sldId="698"/>
        </pc:sldMkLst>
      </pc:sldChg>
    </pc:docChg>
  </pc:docChgLst>
  <pc:docChgLst>
    <pc:chgData name="Craig Alexander" userId="cbab3422-1701-47c9-a4f0-14c0d221c31a" providerId="ADAL" clId="{05D3BA84-7E2D-C142-8244-F8C8372D1241}"/>
    <pc:docChg chg="undo custSel addSld delSld modSld">
      <pc:chgData name="Craig Alexander" userId="cbab3422-1701-47c9-a4f0-14c0d221c31a" providerId="ADAL" clId="{05D3BA84-7E2D-C142-8244-F8C8372D1241}" dt="2023-12-14T09:54:46.100" v="1152" actId="1076"/>
      <pc:docMkLst>
        <pc:docMk/>
      </pc:docMkLst>
      <pc:sldChg chg="addSp modSp add mod">
        <pc:chgData name="Craig Alexander" userId="cbab3422-1701-47c9-a4f0-14c0d221c31a" providerId="ADAL" clId="{05D3BA84-7E2D-C142-8244-F8C8372D1241}" dt="2023-12-13T18:10:45.391" v="221" actId="1076"/>
        <pc:sldMkLst>
          <pc:docMk/>
          <pc:sldMk cId="2280224747" sldId="258"/>
        </pc:sldMkLst>
        <pc:spChg chg="mod">
          <ac:chgData name="Craig Alexander" userId="cbab3422-1701-47c9-a4f0-14c0d221c31a" providerId="ADAL" clId="{05D3BA84-7E2D-C142-8244-F8C8372D1241}" dt="2023-12-13T18:00:57.987" v="149" actId="6549"/>
          <ac:spMkLst>
            <pc:docMk/>
            <pc:sldMk cId="2280224747" sldId="258"/>
            <ac:spMk id="2" creationId="{BCA8094D-4EC2-0EB7-CB3E-56B419F6988F}"/>
          </ac:spMkLst>
        </pc:spChg>
        <pc:spChg chg="mod">
          <ac:chgData name="Craig Alexander" userId="cbab3422-1701-47c9-a4f0-14c0d221c31a" providerId="ADAL" clId="{05D3BA84-7E2D-C142-8244-F8C8372D1241}" dt="2023-12-13T18:10:39.923" v="219" actId="27636"/>
          <ac:spMkLst>
            <pc:docMk/>
            <pc:sldMk cId="2280224747" sldId="258"/>
            <ac:spMk id="3" creationId="{3AE8A93E-27F4-1742-6C8B-E4C47806C278}"/>
          </ac:spMkLst>
        </pc:spChg>
        <pc:picChg chg="add mod">
          <ac:chgData name="Craig Alexander" userId="cbab3422-1701-47c9-a4f0-14c0d221c31a" providerId="ADAL" clId="{05D3BA84-7E2D-C142-8244-F8C8372D1241}" dt="2023-12-13T18:10:45.391" v="221" actId="1076"/>
          <ac:picMkLst>
            <pc:docMk/>
            <pc:sldMk cId="2280224747" sldId="258"/>
            <ac:picMk id="4" creationId="{28DDE1C4-C205-C364-0C95-92D13B53C7B8}"/>
          </ac:picMkLst>
        </pc:picChg>
      </pc:sldChg>
      <pc:sldChg chg="modSp add mod">
        <pc:chgData name="Craig Alexander" userId="cbab3422-1701-47c9-a4f0-14c0d221c31a" providerId="ADAL" clId="{05D3BA84-7E2D-C142-8244-F8C8372D1241}" dt="2023-12-13T18:12:27.216" v="235" actId="20577"/>
        <pc:sldMkLst>
          <pc:docMk/>
          <pc:sldMk cId="2460738954" sldId="260"/>
        </pc:sldMkLst>
        <pc:spChg chg="mod">
          <ac:chgData name="Craig Alexander" userId="cbab3422-1701-47c9-a4f0-14c0d221c31a" providerId="ADAL" clId="{05D3BA84-7E2D-C142-8244-F8C8372D1241}" dt="2023-12-13T18:04:51.422" v="189" actId="1076"/>
          <ac:spMkLst>
            <pc:docMk/>
            <pc:sldMk cId="2460738954" sldId="260"/>
            <ac:spMk id="2" creationId="{061CEF82-15CF-18AD-7C18-F53B5FA04B8A}"/>
          </ac:spMkLst>
        </pc:spChg>
        <pc:spChg chg="mod">
          <ac:chgData name="Craig Alexander" userId="cbab3422-1701-47c9-a4f0-14c0d221c31a" providerId="ADAL" clId="{05D3BA84-7E2D-C142-8244-F8C8372D1241}" dt="2023-12-13T18:12:27.216" v="235" actId="20577"/>
          <ac:spMkLst>
            <pc:docMk/>
            <pc:sldMk cId="2460738954" sldId="260"/>
            <ac:spMk id="3" creationId="{411EE78E-119B-A48D-F55D-BF66A2494C54}"/>
          </ac:spMkLst>
        </pc:spChg>
      </pc:sldChg>
      <pc:sldChg chg="modSp add mod">
        <pc:chgData name="Craig Alexander" userId="cbab3422-1701-47c9-a4f0-14c0d221c31a" providerId="ADAL" clId="{05D3BA84-7E2D-C142-8244-F8C8372D1241}" dt="2023-12-13T18:05:25.676" v="205" actId="27636"/>
        <pc:sldMkLst>
          <pc:docMk/>
          <pc:sldMk cId="1053634146" sldId="261"/>
        </pc:sldMkLst>
        <pc:spChg chg="mod">
          <ac:chgData name="Craig Alexander" userId="cbab3422-1701-47c9-a4f0-14c0d221c31a" providerId="ADAL" clId="{05D3BA84-7E2D-C142-8244-F8C8372D1241}" dt="2023-12-13T18:05:12.366" v="201" actId="20577"/>
          <ac:spMkLst>
            <pc:docMk/>
            <pc:sldMk cId="1053634146" sldId="261"/>
            <ac:spMk id="2" creationId="{061CEF82-15CF-18AD-7C18-F53B5FA04B8A}"/>
          </ac:spMkLst>
        </pc:spChg>
        <pc:spChg chg="mod">
          <ac:chgData name="Craig Alexander" userId="cbab3422-1701-47c9-a4f0-14c0d221c31a" providerId="ADAL" clId="{05D3BA84-7E2D-C142-8244-F8C8372D1241}" dt="2023-12-13T18:05:25.676" v="205" actId="27636"/>
          <ac:spMkLst>
            <pc:docMk/>
            <pc:sldMk cId="1053634146" sldId="261"/>
            <ac:spMk id="3" creationId="{411EE78E-119B-A48D-F55D-BF66A2494C54}"/>
          </ac:spMkLst>
        </pc:spChg>
      </pc:sldChg>
      <pc:sldChg chg="modSp add mod">
        <pc:chgData name="Craig Alexander" userId="cbab3422-1701-47c9-a4f0-14c0d221c31a" providerId="ADAL" clId="{05D3BA84-7E2D-C142-8244-F8C8372D1241}" dt="2023-12-13T18:05:36.588" v="209" actId="113"/>
        <pc:sldMkLst>
          <pc:docMk/>
          <pc:sldMk cId="2768814353" sldId="263"/>
        </pc:sldMkLst>
        <pc:spChg chg="mod">
          <ac:chgData name="Craig Alexander" userId="cbab3422-1701-47c9-a4f0-14c0d221c31a" providerId="ADAL" clId="{05D3BA84-7E2D-C142-8244-F8C8372D1241}" dt="2023-12-13T18:05:20.574" v="203" actId="1076"/>
          <ac:spMkLst>
            <pc:docMk/>
            <pc:sldMk cId="2768814353" sldId="263"/>
            <ac:spMk id="2" creationId="{619EA537-D7C6-37FA-4FEC-43A25FC6529F}"/>
          </ac:spMkLst>
        </pc:spChg>
        <pc:spChg chg="mod">
          <ac:chgData name="Craig Alexander" userId="cbab3422-1701-47c9-a4f0-14c0d221c31a" providerId="ADAL" clId="{05D3BA84-7E2D-C142-8244-F8C8372D1241}" dt="2023-12-13T18:05:36.588" v="209" actId="113"/>
          <ac:spMkLst>
            <pc:docMk/>
            <pc:sldMk cId="2768814353" sldId="263"/>
            <ac:spMk id="3" creationId="{87072473-2B3C-A9FB-C61D-92688D306BE7}"/>
          </ac:spMkLst>
        </pc:spChg>
      </pc:sldChg>
      <pc:sldChg chg="modSp add mod">
        <pc:chgData name="Craig Alexander" userId="cbab3422-1701-47c9-a4f0-14c0d221c31a" providerId="ADAL" clId="{05D3BA84-7E2D-C142-8244-F8C8372D1241}" dt="2023-12-13T18:12:49.535" v="241" actId="20577"/>
        <pc:sldMkLst>
          <pc:docMk/>
          <pc:sldMk cId="3288161075" sldId="264"/>
        </pc:sldMkLst>
        <pc:spChg chg="mod">
          <ac:chgData name="Craig Alexander" userId="cbab3422-1701-47c9-a4f0-14c0d221c31a" providerId="ADAL" clId="{05D3BA84-7E2D-C142-8244-F8C8372D1241}" dt="2023-12-13T18:05:55.128" v="213" actId="113"/>
          <ac:spMkLst>
            <pc:docMk/>
            <pc:sldMk cId="3288161075" sldId="264"/>
            <ac:spMk id="2" creationId="{619EA537-D7C6-37FA-4FEC-43A25FC6529F}"/>
          </ac:spMkLst>
        </pc:spChg>
        <pc:spChg chg="mod">
          <ac:chgData name="Craig Alexander" userId="cbab3422-1701-47c9-a4f0-14c0d221c31a" providerId="ADAL" clId="{05D3BA84-7E2D-C142-8244-F8C8372D1241}" dt="2023-12-13T18:12:49.535" v="241" actId="20577"/>
          <ac:spMkLst>
            <pc:docMk/>
            <pc:sldMk cId="3288161075" sldId="264"/>
            <ac:spMk id="3" creationId="{87072473-2B3C-A9FB-C61D-92688D306BE7}"/>
          </ac:spMkLst>
        </pc:spChg>
      </pc:sldChg>
      <pc:sldChg chg="modSp add del mod">
        <pc:chgData name="Craig Alexander" userId="cbab3422-1701-47c9-a4f0-14c0d221c31a" providerId="ADAL" clId="{05D3BA84-7E2D-C142-8244-F8C8372D1241}" dt="2023-12-13T18:17:03.341" v="289" actId="2696"/>
        <pc:sldMkLst>
          <pc:docMk/>
          <pc:sldMk cId="2489893082" sldId="265"/>
        </pc:sldMkLst>
        <pc:spChg chg="mod">
          <ac:chgData name="Craig Alexander" userId="cbab3422-1701-47c9-a4f0-14c0d221c31a" providerId="ADAL" clId="{05D3BA84-7E2D-C142-8244-F8C8372D1241}" dt="2023-12-13T17:49:15.368" v="31" actId="207"/>
          <ac:spMkLst>
            <pc:docMk/>
            <pc:sldMk cId="2489893082" sldId="265"/>
            <ac:spMk id="5" creationId="{22B1D727-D18C-D0C2-2D83-A66CC594599D}"/>
          </ac:spMkLst>
        </pc:spChg>
        <pc:spChg chg="mod">
          <ac:chgData name="Craig Alexander" userId="cbab3422-1701-47c9-a4f0-14c0d221c31a" providerId="ADAL" clId="{05D3BA84-7E2D-C142-8244-F8C8372D1241}" dt="2023-12-13T17:49:15.368" v="31" actId="207"/>
          <ac:spMkLst>
            <pc:docMk/>
            <pc:sldMk cId="2489893082" sldId="265"/>
            <ac:spMk id="6" creationId="{3E53C27F-6901-91B0-2E45-330CF43350B1}"/>
          </ac:spMkLst>
        </pc:spChg>
      </pc:sldChg>
      <pc:sldChg chg="addSp modSp add del mod">
        <pc:chgData name="Craig Alexander" userId="cbab3422-1701-47c9-a4f0-14c0d221c31a" providerId="ADAL" clId="{05D3BA84-7E2D-C142-8244-F8C8372D1241}" dt="2023-12-13T18:17:03.648" v="290" actId="2696"/>
        <pc:sldMkLst>
          <pc:docMk/>
          <pc:sldMk cId="3231242418" sldId="266"/>
        </pc:sldMkLst>
        <pc:spChg chg="mod">
          <ac:chgData name="Craig Alexander" userId="cbab3422-1701-47c9-a4f0-14c0d221c31a" providerId="ADAL" clId="{05D3BA84-7E2D-C142-8244-F8C8372D1241}" dt="2023-12-13T17:49:30.323" v="33" actId="207"/>
          <ac:spMkLst>
            <pc:docMk/>
            <pc:sldMk cId="3231242418" sldId="266"/>
            <ac:spMk id="5" creationId="{22B1D727-D18C-D0C2-2D83-A66CC594599D}"/>
          </ac:spMkLst>
        </pc:spChg>
        <pc:spChg chg="add mod">
          <ac:chgData name="Craig Alexander" userId="cbab3422-1701-47c9-a4f0-14c0d221c31a" providerId="ADAL" clId="{05D3BA84-7E2D-C142-8244-F8C8372D1241}" dt="2023-12-13T17:49:47.733" v="37" actId="1076"/>
          <ac:spMkLst>
            <pc:docMk/>
            <pc:sldMk cId="3231242418" sldId="266"/>
            <ac:spMk id="7" creationId="{7D36BD53-9109-D2F2-00D0-E769BCB9329D}"/>
          </ac:spMkLst>
        </pc:spChg>
      </pc:sldChg>
      <pc:sldChg chg="modSp add del mod">
        <pc:chgData name="Craig Alexander" userId="cbab3422-1701-47c9-a4f0-14c0d221c31a" providerId="ADAL" clId="{05D3BA84-7E2D-C142-8244-F8C8372D1241}" dt="2023-12-13T18:17:03.978" v="291" actId="2696"/>
        <pc:sldMkLst>
          <pc:docMk/>
          <pc:sldMk cId="939873254" sldId="267"/>
        </pc:sldMkLst>
        <pc:spChg chg="mod">
          <ac:chgData name="Craig Alexander" userId="cbab3422-1701-47c9-a4f0-14c0d221c31a" providerId="ADAL" clId="{05D3BA84-7E2D-C142-8244-F8C8372D1241}" dt="2023-12-13T17:50:10.659" v="39" actId="207"/>
          <ac:spMkLst>
            <pc:docMk/>
            <pc:sldMk cId="939873254" sldId="267"/>
            <ac:spMk id="5" creationId="{22B1D727-D18C-D0C2-2D83-A66CC594599D}"/>
          </ac:spMkLst>
        </pc:spChg>
        <pc:spChg chg="mod">
          <ac:chgData name="Craig Alexander" userId="cbab3422-1701-47c9-a4f0-14c0d221c31a" providerId="ADAL" clId="{05D3BA84-7E2D-C142-8244-F8C8372D1241}" dt="2023-12-13T17:50:10.659" v="39" actId="207"/>
          <ac:spMkLst>
            <pc:docMk/>
            <pc:sldMk cId="939873254" sldId="267"/>
            <ac:spMk id="6" creationId="{3E53C27F-6901-91B0-2E45-330CF43350B1}"/>
          </ac:spMkLst>
        </pc:spChg>
      </pc:sldChg>
      <pc:sldChg chg="modSp add del mod">
        <pc:chgData name="Craig Alexander" userId="cbab3422-1701-47c9-a4f0-14c0d221c31a" providerId="ADAL" clId="{05D3BA84-7E2D-C142-8244-F8C8372D1241}" dt="2023-12-13T18:17:04.328" v="292" actId="2696"/>
        <pc:sldMkLst>
          <pc:docMk/>
          <pc:sldMk cId="744530479" sldId="268"/>
        </pc:sldMkLst>
        <pc:spChg chg="mod">
          <ac:chgData name="Craig Alexander" userId="cbab3422-1701-47c9-a4f0-14c0d221c31a" providerId="ADAL" clId="{05D3BA84-7E2D-C142-8244-F8C8372D1241}" dt="2023-12-13T17:50:28.949" v="41" actId="207"/>
          <ac:spMkLst>
            <pc:docMk/>
            <pc:sldMk cId="744530479" sldId="268"/>
            <ac:spMk id="5" creationId="{22B1D727-D18C-D0C2-2D83-A66CC594599D}"/>
          </ac:spMkLst>
        </pc:spChg>
      </pc:sldChg>
      <pc:sldChg chg="modSp add mod">
        <pc:chgData name="Craig Alexander" userId="cbab3422-1701-47c9-a4f0-14c0d221c31a" providerId="ADAL" clId="{05D3BA84-7E2D-C142-8244-F8C8372D1241}" dt="2023-12-14T09:54:46.100" v="1152" actId="1076"/>
        <pc:sldMkLst>
          <pc:docMk/>
          <pc:sldMk cId="2879356640" sldId="269"/>
        </pc:sldMkLst>
        <pc:spChg chg="mod">
          <ac:chgData name="Craig Alexander" userId="cbab3422-1701-47c9-a4f0-14c0d221c31a" providerId="ADAL" clId="{05D3BA84-7E2D-C142-8244-F8C8372D1241}" dt="2023-12-13T18:11:25.126" v="223" actId="1076"/>
          <ac:spMkLst>
            <pc:docMk/>
            <pc:sldMk cId="2879356640" sldId="269"/>
            <ac:spMk id="2" creationId="{B7E7852C-FF3B-5B88-4C7C-EE35FA14853D}"/>
          </ac:spMkLst>
        </pc:spChg>
        <pc:spChg chg="mod">
          <ac:chgData name="Craig Alexander" userId="cbab3422-1701-47c9-a4f0-14c0d221c31a" providerId="ADAL" clId="{05D3BA84-7E2D-C142-8244-F8C8372D1241}" dt="2023-12-14T09:54:46.100" v="1152" actId="1076"/>
          <ac:spMkLst>
            <pc:docMk/>
            <pc:sldMk cId="2879356640" sldId="269"/>
            <ac:spMk id="3" creationId="{CB740C7F-D13C-1C21-75A6-769FCDE35E7C}"/>
          </ac:spMkLst>
        </pc:spChg>
      </pc:sldChg>
      <pc:sldChg chg="addSp delSp modSp add mod">
        <pc:chgData name="Craig Alexander" userId="cbab3422-1701-47c9-a4f0-14c0d221c31a" providerId="ADAL" clId="{05D3BA84-7E2D-C142-8244-F8C8372D1241}" dt="2023-12-14T09:50:10.887" v="1151" actId="692"/>
        <pc:sldMkLst>
          <pc:docMk/>
          <pc:sldMk cId="2505971960" sldId="271"/>
        </pc:sldMkLst>
        <pc:spChg chg="mod">
          <ac:chgData name="Craig Alexander" userId="cbab3422-1701-47c9-a4f0-14c0d221c31a" providerId="ADAL" clId="{05D3BA84-7E2D-C142-8244-F8C8372D1241}" dt="2023-12-13T18:29:24.696" v="1069" actId="20577"/>
          <ac:spMkLst>
            <pc:docMk/>
            <pc:sldMk cId="2505971960" sldId="271"/>
            <ac:spMk id="2" creationId="{2344D414-281A-04DB-3747-5D2DE781FB80}"/>
          </ac:spMkLst>
        </pc:spChg>
        <pc:spChg chg="mod">
          <ac:chgData name="Craig Alexander" userId="cbab3422-1701-47c9-a4f0-14c0d221c31a" providerId="ADAL" clId="{05D3BA84-7E2D-C142-8244-F8C8372D1241}" dt="2023-12-14T09:47:12.176" v="1112" actId="20577"/>
          <ac:spMkLst>
            <pc:docMk/>
            <pc:sldMk cId="2505971960" sldId="271"/>
            <ac:spMk id="3" creationId="{DBD0EAD6-A310-9417-839D-1C7F822CD659}"/>
          </ac:spMkLst>
        </pc:spChg>
        <pc:spChg chg="add">
          <ac:chgData name="Craig Alexander" userId="cbab3422-1701-47c9-a4f0-14c0d221c31a" providerId="ADAL" clId="{05D3BA84-7E2D-C142-8244-F8C8372D1241}" dt="2023-12-14T09:46:04.631" v="1074"/>
          <ac:spMkLst>
            <pc:docMk/>
            <pc:sldMk cId="2505971960" sldId="271"/>
            <ac:spMk id="4" creationId="{8731F29E-5B2E-E194-1ECD-CFEA9054A113}"/>
          </ac:spMkLst>
        </pc:spChg>
        <pc:spChg chg="add del">
          <ac:chgData name="Craig Alexander" userId="cbab3422-1701-47c9-a4f0-14c0d221c31a" providerId="ADAL" clId="{05D3BA84-7E2D-C142-8244-F8C8372D1241}" dt="2023-12-14T09:46:19.906" v="1076" actId="478"/>
          <ac:spMkLst>
            <pc:docMk/>
            <pc:sldMk cId="2505971960" sldId="271"/>
            <ac:spMk id="5" creationId="{ED745A55-7CF8-F2CA-9EF9-5124089C2C9E}"/>
          </ac:spMkLst>
        </pc:spChg>
        <pc:spChg chg="add mod">
          <ac:chgData name="Craig Alexander" userId="cbab3422-1701-47c9-a4f0-14c0d221c31a" providerId="ADAL" clId="{05D3BA84-7E2D-C142-8244-F8C8372D1241}" dt="2023-12-14T09:50:10.887" v="1151" actId="692"/>
          <ac:spMkLst>
            <pc:docMk/>
            <pc:sldMk cId="2505971960" sldId="271"/>
            <ac:spMk id="7" creationId="{3BD27E35-C301-4E4F-EA37-796F0B523B06}"/>
          </ac:spMkLst>
        </pc:spChg>
        <pc:picChg chg="add mod">
          <ac:chgData name="Craig Alexander" userId="cbab3422-1701-47c9-a4f0-14c0d221c31a" providerId="ADAL" clId="{05D3BA84-7E2D-C142-8244-F8C8372D1241}" dt="2023-12-14T09:48:20.406" v="1119" actId="14100"/>
          <ac:picMkLst>
            <pc:docMk/>
            <pc:sldMk cId="2505971960" sldId="271"/>
            <ac:picMk id="6" creationId="{2C8D6DFF-69B7-EB82-03AC-61B746A97114}"/>
          </ac:picMkLst>
        </pc:picChg>
        <pc:picChg chg="add mod">
          <ac:chgData name="Craig Alexander" userId="cbab3422-1701-47c9-a4f0-14c0d221c31a" providerId="ADAL" clId="{05D3BA84-7E2D-C142-8244-F8C8372D1241}" dt="2023-12-14T09:48:16.708" v="1118" actId="14100"/>
          <ac:picMkLst>
            <pc:docMk/>
            <pc:sldMk cId="2505971960" sldId="271"/>
            <ac:picMk id="1030" creationId="{F6561983-5E65-C7FC-A1A8-13BA4AA16BCD}"/>
          </ac:picMkLst>
        </pc:picChg>
      </pc:sldChg>
      <pc:sldChg chg="modSp mod">
        <pc:chgData name="Craig Alexander" userId="cbab3422-1701-47c9-a4f0-14c0d221c31a" providerId="ADAL" clId="{05D3BA84-7E2D-C142-8244-F8C8372D1241}" dt="2023-12-13T17:51:29.687" v="93" actId="20577"/>
        <pc:sldMkLst>
          <pc:docMk/>
          <pc:sldMk cId="3006378702" sldId="273"/>
        </pc:sldMkLst>
        <pc:spChg chg="mod">
          <ac:chgData name="Craig Alexander" userId="cbab3422-1701-47c9-a4f0-14c0d221c31a" providerId="ADAL" clId="{05D3BA84-7E2D-C142-8244-F8C8372D1241}" dt="2023-12-13T17:51:29.687" v="93" actId="20577"/>
          <ac:spMkLst>
            <pc:docMk/>
            <pc:sldMk cId="3006378702" sldId="273"/>
            <ac:spMk id="2" creationId="{72C03AA1-5E47-2841-A2C0-74489FA31DDB}"/>
          </ac:spMkLst>
        </pc:spChg>
        <pc:spChg chg="mod">
          <ac:chgData name="Craig Alexander" userId="cbab3422-1701-47c9-a4f0-14c0d221c31a" providerId="ADAL" clId="{05D3BA84-7E2D-C142-8244-F8C8372D1241}" dt="2023-12-13T17:51:22.865" v="70" actId="20577"/>
          <ac:spMkLst>
            <pc:docMk/>
            <pc:sldMk cId="3006378702" sldId="273"/>
            <ac:spMk id="3" creationId="{F4F08FB0-7FF9-C341-9698-C6804496990A}"/>
          </ac:spMkLst>
        </pc:spChg>
      </pc:sldChg>
      <pc:sldChg chg="modSp add mod">
        <pc:chgData name="Craig Alexander" userId="cbab3422-1701-47c9-a4f0-14c0d221c31a" providerId="ADAL" clId="{05D3BA84-7E2D-C142-8244-F8C8372D1241}" dt="2023-12-13T18:13:41.763" v="250" actId="1076"/>
        <pc:sldMkLst>
          <pc:docMk/>
          <pc:sldMk cId="1454477504" sldId="277"/>
        </pc:sldMkLst>
        <pc:spChg chg="mod">
          <ac:chgData name="Craig Alexander" userId="cbab3422-1701-47c9-a4f0-14c0d221c31a" providerId="ADAL" clId="{05D3BA84-7E2D-C142-8244-F8C8372D1241}" dt="2023-12-13T18:11:39.993" v="227" actId="20577"/>
          <ac:spMkLst>
            <pc:docMk/>
            <pc:sldMk cId="1454477504" sldId="277"/>
            <ac:spMk id="2" creationId="{014F1E3A-0286-EFD7-7979-11A989E6589F}"/>
          </ac:spMkLst>
        </pc:spChg>
        <pc:spChg chg="mod">
          <ac:chgData name="Craig Alexander" userId="cbab3422-1701-47c9-a4f0-14c0d221c31a" providerId="ADAL" clId="{05D3BA84-7E2D-C142-8244-F8C8372D1241}" dt="2023-12-13T18:13:41.763" v="250" actId="1076"/>
          <ac:spMkLst>
            <pc:docMk/>
            <pc:sldMk cId="1454477504" sldId="277"/>
            <ac:spMk id="3" creationId="{9A4FBC77-5226-9FE1-7A3F-90D48B8EBA5D}"/>
          </ac:spMkLst>
        </pc:spChg>
      </pc:sldChg>
      <pc:sldChg chg="del">
        <pc:chgData name="Craig Alexander" userId="cbab3422-1701-47c9-a4f0-14c0d221c31a" providerId="ADAL" clId="{05D3BA84-7E2D-C142-8244-F8C8372D1241}" dt="2023-12-13T17:51:11.597" v="53" actId="2696"/>
        <pc:sldMkLst>
          <pc:docMk/>
          <pc:sldMk cId="1254507718" sldId="627"/>
        </pc:sldMkLst>
      </pc:sldChg>
      <pc:sldChg chg="del">
        <pc:chgData name="Craig Alexander" userId="cbab3422-1701-47c9-a4f0-14c0d221c31a" providerId="ADAL" clId="{05D3BA84-7E2D-C142-8244-F8C8372D1241}" dt="2023-12-13T17:48:28.921" v="19" actId="2696"/>
        <pc:sldMkLst>
          <pc:docMk/>
          <pc:sldMk cId="984725494" sldId="662"/>
        </pc:sldMkLst>
      </pc:sldChg>
      <pc:sldChg chg="del">
        <pc:chgData name="Craig Alexander" userId="cbab3422-1701-47c9-a4f0-14c0d221c31a" providerId="ADAL" clId="{05D3BA84-7E2D-C142-8244-F8C8372D1241}" dt="2023-12-13T17:48:29.353" v="20" actId="2696"/>
        <pc:sldMkLst>
          <pc:docMk/>
          <pc:sldMk cId="1387774332" sldId="685"/>
        </pc:sldMkLst>
      </pc:sldChg>
      <pc:sldChg chg="del">
        <pc:chgData name="Craig Alexander" userId="cbab3422-1701-47c9-a4f0-14c0d221c31a" providerId="ADAL" clId="{05D3BA84-7E2D-C142-8244-F8C8372D1241}" dt="2023-12-13T17:51:09.978" v="48" actId="2696"/>
        <pc:sldMkLst>
          <pc:docMk/>
          <pc:sldMk cId="3644723738" sldId="687"/>
        </pc:sldMkLst>
      </pc:sldChg>
      <pc:sldChg chg="modSp mod">
        <pc:chgData name="Craig Alexander" userId="cbab3422-1701-47c9-a4f0-14c0d221c31a" providerId="ADAL" clId="{05D3BA84-7E2D-C142-8244-F8C8372D1241}" dt="2023-12-13T18:01:05.954" v="163" actId="20577"/>
        <pc:sldMkLst>
          <pc:docMk/>
          <pc:sldMk cId="1344438595" sldId="690"/>
        </pc:sldMkLst>
        <pc:spChg chg="mod">
          <ac:chgData name="Craig Alexander" userId="cbab3422-1701-47c9-a4f0-14c0d221c31a" providerId="ADAL" clId="{05D3BA84-7E2D-C142-8244-F8C8372D1241}" dt="2023-12-13T18:01:05.954" v="163" actId="20577"/>
          <ac:spMkLst>
            <pc:docMk/>
            <pc:sldMk cId="1344438595" sldId="690"/>
            <ac:spMk id="2" creationId="{BCED6D11-8D2E-DA4D-98A2-908011AD76C4}"/>
          </ac:spMkLst>
        </pc:spChg>
      </pc:sldChg>
      <pc:sldChg chg="del">
        <pc:chgData name="Craig Alexander" userId="cbab3422-1701-47c9-a4f0-14c0d221c31a" providerId="ADAL" clId="{05D3BA84-7E2D-C142-8244-F8C8372D1241}" dt="2023-12-13T17:51:09.091" v="45" actId="2696"/>
        <pc:sldMkLst>
          <pc:docMk/>
          <pc:sldMk cId="2189607037" sldId="692"/>
        </pc:sldMkLst>
      </pc:sldChg>
      <pc:sldChg chg="del">
        <pc:chgData name="Craig Alexander" userId="cbab3422-1701-47c9-a4f0-14c0d221c31a" providerId="ADAL" clId="{05D3BA84-7E2D-C142-8244-F8C8372D1241}" dt="2023-12-13T17:51:09.335" v="46" actId="2696"/>
        <pc:sldMkLst>
          <pc:docMk/>
          <pc:sldMk cId="1367554227" sldId="693"/>
        </pc:sldMkLst>
      </pc:sldChg>
      <pc:sldChg chg="del">
        <pc:chgData name="Craig Alexander" userId="cbab3422-1701-47c9-a4f0-14c0d221c31a" providerId="ADAL" clId="{05D3BA84-7E2D-C142-8244-F8C8372D1241}" dt="2023-12-13T17:51:09.649" v="47" actId="2696"/>
        <pc:sldMkLst>
          <pc:docMk/>
          <pc:sldMk cId="2936656241" sldId="694"/>
        </pc:sldMkLst>
      </pc:sldChg>
      <pc:sldChg chg="del">
        <pc:chgData name="Craig Alexander" userId="cbab3422-1701-47c9-a4f0-14c0d221c31a" providerId="ADAL" clId="{05D3BA84-7E2D-C142-8244-F8C8372D1241}" dt="2023-12-13T17:51:10.624" v="50" actId="2696"/>
        <pc:sldMkLst>
          <pc:docMk/>
          <pc:sldMk cId="4230409018" sldId="695"/>
        </pc:sldMkLst>
      </pc:sldChg>
      <pc:sldChg chg="del">
        <pc:chgData name="Craig Alexander" userId="cbab3422-1701-47c9-a4f0-14c0d221c31a" providerId="ADAL" clId="{05D3BA84-7E2D-C142-8244-F8C8372D1241}" dt="2023-12-13T17:51:10.305" v="49" actId="2696"/>
        <pc:sldMkLst>
          <pc:docMk/>
          <pc:sldMk cId="1347015315" sldId="696"/>
        </pc:sldMkLst>
      </pc:sldChg>
      <pc:sldChg chg="del">
        <pc:chgData name="Craig Alexander" userId="cbab3422-1701-47c9-a4f0-14c0d221c31a" providerId="ADAL" clId="{05D3BA84-7E2D-C142-8244-F8C8372D1241}" dt="2023-12-13T17:51:10.970" v="51" actId="2696"/>
        <pc:sldMkLst>
          <pc:docMk/>
          <pc:sldMk cId="1711120041" sldId="697"/>
        </pc:sldMkLst>
      </pc:sldChg>
      <pc:sldChg chg="del">
        <pc:chgData name="Craig Alexander" userId="cbab3422-1701-47c9-a4f0-14c0d221c31a" providerId="ADAL" clId="{05D3BA84-7E2D-C142-8244-F8C8372D1241}" dt="2023-12-13T17:51:11.275" v="52" actId="2696"/>
        <pc:sldMkLst>
          <pc:docMk/>
          <pc:sldMk cId="1570722392" sldId="698"/>
        </pc:sldMkLst>
      </pc:sldChg>
      <pc:sldMasterChg chg="delSldLayout">
        <pc:chgData name="Craig Alexander" userId="cbab3422-1701-47c9-a4f0-14c0d221c31a" providerId="ADAL" clId="{05D3BA84-7E2D-C142-8244-F8C8372D1241}" dt="2023-12-13T17:51:11.598" v="54" actId="2696"/>
        <pc:sldMasterMkLst>
          <pc:docMk/>
          <pc:sldMasterMk cId="3635699181" sldId="2147483648"/>
        </pc:sldMasterMkLst>
        <pc:sldLayoutChg chg="del">
          <pc:chgData name="Craig Alexander" userId="cbab3422-1701-47c9-a4f0-14c0d221c31a" providerId="ADAL" clId="{05D3BA84-7E2D-C142-8244-F8C8372D1241}" dt="2023-12-13T17:51:11.598" v="54" actId="2696"/>
          <pc:sldLayoutMkLst>
            <pc:docMk/>
            <pc:sldMasterMk cId="3635699181" sldId="2147483648"/>
            <pc:sldLayoutMk cId="795093897" sldId="2147483693"/>
          </pc:sldLayoutMkLst>
        </pc:sldLayoutChg>
      </pc:sldMasterChg>
    </pc:docChg>
  </pc:docChgLst>
  <pc:docChgLst>
    <pc:chgData name="Craig Alexander" userId="cbab3422-1701-47c9-a4f0-14c0d221c31a" providerId="ADAL" clId="{7B0C3A15-B3F0-3D4F-8582-49A85C8628EE}"/>
    <pc:docChg chg="modSld">
      <pc:chgData name="Craig Alexander" userId="cbab3422-1701-47c9-a4f0-14c0d221c31a" providerId="ADAL" clId="{7B0C3A15-B3F0-3D4F-8582-49A85C8628EE}" dt="2023-11-20T10:59:54.602" v="13" actId="729"/>
      <pc:docMkLst>
        <pc:docMk/>
      </pc:docMkLst>
      <pc:sldChg chg="modSp mod">
        <pc:chgData name="Craig Alexander" userId="cbab3422-1701-47c9-a4f0-14c0d221c31a" providerId="ADAL" clId="{7B0C3A15-B3F0-3D4F-8582-49A85C8628EE}" dt="2023-11-20T10:14:53.724" v="9" actId="20577"/>
        <pc:sldMkLst>
          <pc:docMk/>
          <pc:sldMk cId="1387774332" sldId="685"/>
        </pc:sldMkLst>
        <pc:spChg chg="mod">
          <ac:chgData name="Craig Alexander" userId="cbab3422-1701-47c9-a4f0-14c0d221c31a" providerId="ADAL" clId="{7B0C3A15-B3F0-3D4F-8582-49A85C8628EE}" dt="2023-11-20T10:14:53.724" v="9" actId="20577"/>
          <ac:spMkLst>
            <pc:docMk/>
            <pc:sldMk cId="1387774332" sldId="685"/>
            <ac:spMk id="4" creationId="{F315733D-1C1B-F6B9-D92E-5CC1C22B996D}"/>
          </ac:spMkLst>
        </pc:spChg>
      </pc:sldChg>
      <pc:sldChg chg="addSp modSp mod modShow">
        <pc:chgData name="Craig Alexander" userId="cbab3422-1701-47c9-a4f0-14c0d221c31a" providerId="ADAL" clId="{7B0C3A15-B3F0-3D4F-8582-49A85C8628EE}" dt="2023-11-20T10:59:54.602" v="13" actId="729"/>
        <pc:sldMkLst>
          <pc:docMk/>
          <pc:sldMk cId="1576458234" sldId="691"/>
        </pc:sldMkLst>
        <pc:picChg chg="add mod">
          <ac:chgData name="Craig Alexander" userId="cbab3422-1701-47c9-a4f0-14c0d221c31a" providerId="ADAL" clId="{7B0C3A15-B3F0-3D4F-8582-49A85C8628EE}" dt="2023-11-20T10:32:28.216" v="12" actId="14100"/>
          <ac:picMkLst>
            <pc:docMk/>
            <pc:sldMk cId="1576458234" sldId="691"/>
            <ac:picMk id="3" creationId="{1B4B891B-FC37-741C-F6D0-177EDF734A40}"/>
          </ac:picMkLst>
        </pc:picChg>
      </pc:sldChg>
    </pc:docChg>
  </pc:docChgLst>
  <pc:docChgLst>
    <pc:chgData name="Craig Alexander" userId="cbab3422-1701-47c9-a4f0-14c0d221c31a" providerId="ADAL" clId="{6F1578F6-A8A9-7440-963D-32895AE509F6}"/>
    <pc:docChg chg="undo custSel addSld delSld modSld sldOrd">
      <pc:chgData name="Craig Alexander" userId="cbab3422-1701-47c9-a4f0-14c0d221c31a" providerId="ADAL" clId="{6F1578F6-A8A9-7440-963D-32895AE509F6}" dt="2023-11-30T12:00:07.982" v="4893" actId="729"/>
      <pc:docMkLst>
        <pc:docMk/>
      </pc:docMkLst>
      <pc:sldChg chg="addSp delSp modSp mod modNotesTx">
        <pc:chgData name="Craig Alexander" userId="cbab3422-1701-47c9-a4f0-14c0d221c31a" providerId="ADAL" clId="{6F1578F6-A8A9-7440-963D-32895AE509F6}" dt="2023-11-29T21:08:32.261" v="4181" actId="14100"/>
        <pc:sldMkLst>
          <pc:docMk/>
          <pc:sldMk cId="4244171547" sldId="256"/>
        </pc:sldMkLst>
        <pc:spChg chg="mod">
          <ac:chgData name="Craig Alexander" userId="cbab3422-1701-47c9-a4f0-14c0d221c31a" providerId="ADAL" clId="{6F1578F6-A8A9-7440-963D-32895AE509F6}" dt="2023-11-29T20:01:58.011" v="2522" actId="20577"/>
          <ac:spMkLst>
            <pc:docMk/>
            <pc:sldMk cId="4244171547" sldId="256"/>
            <ac:spMk id="9" creationId="{594142B3-03ED-743D-1767-8648BBFAFC27}"/>
          </ac:spMkLst>
        </pc:spChg>
        <pc:picChg chg="mod">
          <ac:chgData name="Craig Alexander" userId="cbab3422-1701-47c9-a4f0-14c0d221c31a" providerId="ADAL" clId="{6F1578F6-A8A9-7440-963D-32895AE509F6}" dt="2023-11-29T20:02:27.461" v="2527" actId="14100"/>
          <ac:picMkLst>
            <pc:docMk/>
            <pc:sldMk cId="4244171547" sldId="256"/>
            <ac:picMk id="6" creationId="{E1048C9E-FD83-5065-AB12-61A24A125814}"/>
          </ac:picMkLst>
        </pc:picChg>
        <pc:picChg chg="add del mod">
          <ac:chgData name="Craig Alexander" userId="cbab3422-1701-47c9-a4f0-14c0d221c31a" providerId="ADAL" clId="{6F1578F6-A8A9-7440-963D-32895AE509F6}" dt="2023-11-29T20:02:28.108" v="2528"/>
          <ac:picMkLst>
            <pc:docMk/>
            <pc:sldMk cId="4244171547" sldId="256"/>
            <ac:picMk id="1026" creationId="{6337F4B1-E61F-E3CF-7B1F-5B8ADD6F6123}"/>
          </ac:picMkLst>
        </pc:picChg>
        <pc:picChg chg="add mod">
          <ac:chgData name="Craig Alexander" userId="cbab3422-1701-47c9-a4f0-14c0d221c31a" providerId="ADAL" clId="{6F1578F6-A8A9-7440-963D-32895AE509F6}" dt="2023-11-29T21:08:32.261" v="4181" actId="14100"/>
          <ac:picMkLst>
            <pc:docMk/>
            <pc:sldMk cId="4244171547" sldId="256"/>
            <ac:picMk id="1028" creationId="{3296E101-F6FA-30C2-7867-DD9BCD32CCD8}"/>
          </ac:picMkLst>
        </pc:picChg>
      </pc:sldChg>
      <pc:sldChg chg="del">
        <pc:chgData name="Craig Alexander" userId="cbab3422-1701-47c9-a4f0-14c0d221c31a" providerId="ADAL" clId="{6F1578F6-A8A9-7440-963D-32895AE509F6}" dt="2023-11-29T21:14:17.213" v="4252" actId="2696"/>
        <pc:sldMkLst>
          <pc:docMk/>
          <pc:sldMk cId="2460738954" sldId="260"/>
        </pc:sldMkLst>
      </pc:sldChg>
      <pc:sldChg chg="del">
        <pc:chgData name="Craig Alexander" userId="cbab3422-1701-47c9-a4f0-14c0d221c31a" providerId="ADAL" clId="{6F1578F6-A8A9-7440-963D-32895AE509F6}" dt="2023-11-29T21:14:17.568" v="4253" actId="2696"/>
        <pc:sldMkLst>
          <pc:docMk/>
          <pc:sldMk cId="0" sldId="265"/>
        </pc:sldMkLst>
      </pc:sldChg>
      <pc:sldChg chg="del">
        <pc:chgData name="Craig Alexander" userId="cbab3422-1701-47c9-a4f0-14c0d221c31a" providerId="ADAL" clId="{6F1578F6-A8A9-7440-963D-32895AE509F6}" dt="2023-11-29T21:14:18.108" v="4254" actId="2696"/>
        <pc:sldMkLst>
          <pc:docMk/>
          <pc:sldMk cId="0" sldId="266"/>
        </pc:sldMkLst>
      </pc:sldChg>
      <pc:sldChg chg="del">
        <pc:chgData name="Craig Alexander" userId="cbab3422-1701-47c9-a4f0-14c0d221c31a" providerId="ADAL" clId="{6F1578F6-A8A9-7440-963D-32895AE509F6}" dt="2023-11-29T20:02:48.264" v="2532" actId="2696"/>
        <pc:sldMkLst>
          <pc:docMk/>
          <pc:sldMk cId="3128504906" sldId="308"/>
        </pc:sldMkLst>
      </pc:sldChg>
      <pc:sldChg chg="del">
        <pc:chgData name="Craig Alexander" userId="cbab3422-1701-47c9-a4f0-14c0d221c31a" providerId="ADAL" clId="{6F1578F6-A8A9-7440-963D-32895AE509F6}" dt="2023-11-29T21:14:18.976" v="4256" actId="2696"/>
        <pc:sldMkLst>
          <pc:docMk/>
          <pc:sldMk cId="2496598534" sldId="314"/>
        </pc:sldMkLst>
      </pc:sldChg>
      <pc:sldChg chg="del">
        <pc:chgData name="Craig Alexander" userId="cbab3422-1701-47c9-a4f0-14c0d221c31a" providerId="ADAL" clId="{6F1578F6-A8A9-7440-963D-32895AE509F6}" dt="2023-11-29T20:02:48.813" v="2533" actId="2696"/>
        <pc:sldMkLst>
          <pc:docMk/>
          <pc:sldMk cId="1583002210" sldId="591"/>
        </pc:sldMkLst>
      </pc:sldChg>
      <pc:sldChg chg="addSp delSp modSp mod modShow">
        <pc:chgData name="Craig Alexander" userId="cbab3422-1701-47c9-a4f0-14c0d221c31a" providerId="ADAL" clId="{6F1578F6-A8A9-7440-963D-32895AE509F6}" dt="2023-11-30T08:31:07.492" v="4891" actId="729"/>
        <pc:sldMkLst>
          <pc:docMk/>
          <pc:sldMk cId="1254507718" sldId="627"/>
        </pc:sldMkLst>
        <pc:spChg chg="del mod">
          <ac:chgData name="Craig Alexander" userId="cbab3422-1701-47c9-a4f0-14c0d221c31a" providerId="ADAL" clId="{6F1578F6-A8A9-7440-963D-32895AE509F6}" dt="2023-11-29T21:26:57.140" v="4887" actId="478"/>
          <ac:spMkLst>
            <pc:docMk/>
            <pc:sldMk cId="1254507718" sldId="627"/>
            <ac:spMk id="2" creationId="{A51CEA03-2C81-472E-8BE8-15578A4B9A62}"/>
          </ac:spMkLst>
        </pc:spChg>
        <pc:spChg chg="del">
          <ac:chgData name="Craig Alexander" userId="cbab3422-1701-47c9-a4f0-14c0d221c31a" providerId="ADAL" clId="{6F1578F6-A8A9-7440-963D-32895AE509F6}" dt="2023-11-29T21:24:31.670" v="4872" actId="478"/>
          <ac:spMkLst>
            <pc:docMk/>
            <pc:sldMk cId="1254507718" sldId="627"/>
            <ac:spMk id="3" creationId="{2230D8A9-ED04-4EA0-B35C-55F26289616D}"/>
          </ac:spMkLst>
        </pc:spChg>
        <pc:spChg chg="add del mod">
          <ac:chgData name="Craig Alexander" userId="cbab3422-1701-47c9-a4f0-14c0d221c31a" providerId="ADAL" clId="{6F1578F6-A8A9-7440-963D-32895AE509F6}" dt="2023-11-29T21:24:33.669" v="4873" actId="478"/>
          <ac:spMkLst>
            <pc:docMk/>
            <pc:sldMk cId="1254507718" sldId="627"/>
            <ac:spMk id="5" creationId="{3FC15D3C-0CBA-C093-3F71-38B200875998}"/>
          </ac:spMkLst>
        </pc:spChg>
        <pc:spChg chg="add del mod">
          <ac:chgData name="Craig Alexander" userId="cbab3422-1701-47c9-a4f0-14c0d221c31a" providerId="ADAL" clId="{6F1578F6-A8A9-7440-963D-32895AE509F6}" dt="2023-11-29T21:27:00.015" v="4888" actId="478"/>
          <ac:spMkLst>
            <pc:docMk/>
            <pc:sldMk cId="1254507718" sldId="627"/>
            <ac:spMk id="8" creationId="{9010A840-CC18-586C-01EE-61C9EE52C151}"/>
          </ac:spMkLst>
        </pc:spChg>
        <pc:picChg chg="del">
          <ac:chgData name="Craig Alexander" userId="cbab3422-1701-47c9-a4f0-14c0d221c31a" providerId="ADAL" clId="{6F1578F6-A8A9-7440-963D-32895AE509F6}" dt="2023-11-29T21:15:58.884" v="4279" actId="478"/>
          <ac:picMkLst>
            <pc:docMk/>
            <pc:sldMk cId="1254507718" sldId="627"/>
            <ac:picMk id="7" creationId="{CADA25D1-FEC2-43C3-8B69-83B8D8FD9699}"/>
          </ac:picMkLst>
        </pc:picChg>
      </pc:sldChg>
      <pc:sldChg chg="modNotesTx">
        <pc:chgData name="Craig Alexander" userId="cbab3422-1701-47c9-a4f0-14c0d221c31a" providerId="ADAL" clId="{6F1578F6-A8A9-7440-963D-32895AE509F6}" dt="2023-11-29T20:07:55.021" v="3110" actId="20577"/>
        <pc:sldMkLst>
          <pc:docMk/>
          <pc:sldMk cId="984725494" sldId="662"/>
        </pc:sldMkLst>
      </pc:sldChg>
      <pc:sldChg chg="del">
        <pc:chgData name="Craig Alexander" userId="cbab3422-1701-47c9-a4f0-14c0d221c31a" providerId="ADAL" clId="{6F1578F6-A8A9-7440-963D-32895AE509F6}" dt="2023-11-29T21:14:19.902" v="4257" actId="2696"/>
        <pc:sldMkLst>
          <pc:docMk/>
          <pc:sldMk cId="3292495749" sldId="680"/>
        </pc:sldMkLst>
      </pc:sldChg>
      <pc:sldChg chg="addSp delSp modSp mod modNotesTx">
        <pc:chgData name="Craig Alexander" userId="cbab3422-1701-47c9-a4f0-14c0d221c31a" providerId="ADAL" clId="{6F1578F6-A8A9-7440-963D-32895AE509F6}" dt="2023-11-29T20:17:25.628" v="4150" actId="20577"/>
        <pc:sldMkLst>
          <pc:docMk/>
          <pc:sldMk cId="1387774332" sldId="685"/>
        </pc:sldMkLst>
        <pc:spChg chg="mod">
          <ac:chgData name="Craig Alexander" userId="cbab3422-1701-47c9-a4f0-14c0d221c31a" providerId="ADAL" clId="{6F1578F6-A8A9-7440-963D-32895AE509F6}" dt="2023-11-29T16:33:54.439" v="11" actId="20577"/>
          <ac:spMkLst>
            <pc:docMk/>
            <pc:sldMk cId="1387774332" sldId="685"/>
            <ac:spMk id="2" creationId="{BCED6D11-8D2E-DA4D-98A2-908011AD76C4}"/>
          </ac:spMkLst>
        </pc:spChg>
        <pc:spChg chg="mod">
          <ac:chgData name="Craig Alexander" userId="cbab3422-1701-47c9-a4f0-14c0d221c31a" providerId="ADAL" clId="{6F1578F6-A8A9-7440-963D-32895AE509F6}" dt="2023-11-29T20:15:07.696" v="3980" actId="20577"/>
          <ac:spMkLst>
            <pc:docMk/>
            <pc:sldMk cId="1387774332" sldId="685"/>
            <ac:spMk id="4" creationId="{F315733D-1C1B-F6B9-D92E-5CC1C22B996D}"/>
          </ac:spMkLst>
        </pc:spChg>
        <pc:spChg chg="add del">
          <ac:chgData name="Craig Alexander" userId="cbab3422-1701-47c9-a4f0-14c0d221c31a" providerId="ADAL" clId="{6F1578F6-A8A9-7440-963D-32895AE509F6}" dt="2023-11-29T16:35:46.827" v="432" actId="22"/>
          <ac:spMkLst>
            <pc:docMk/>
            <pc:sldMk cId="1387774332" sldId="685"/>
            <ac:spMk id="5" creationId="{C64A190F-6032-E74C-9378-D9CE4E3B26E5}"/>
          </ac:spMkLst>
        </pc:spChg>
      </pc:sldChg>
      <pc:sldChg chg="del">
        <pc:chgData name="Craig Alexander" userId="cbab3422-1701-47c9-a4f0-14c0d221c31a" providerId="ADAL" clId="{6F1578F6-A8A9-7440-963D-32895AE509F6}" dt="2023-11-29T20:02:50.708" v="2534" actId="2696"/>
        <pc:sldMkLst>
          <pc:docMk/>
          <pc:sldMk cId="1999774511" sldId="686"/>
        </pc:sldMkLst>
      </pc:sldChg>
      <pc:sldChg chg="addSp delSp modSp mod delAnim">
        <pc:chgData name="Craig Alexander" userId="cbab3422-1701-47c9-a4f0-14c0d221c31a" providerId="ADAL" clId="{6F1578F6-A8A9-7440-963D-32895AE509F6}" dt="2023-11-29T21:15:49.377" v="4278" actId="20577"/>
        <pc:sldMkLst>
          <pc:docMk/>
          <pc:sldMk cId="3644723738" sldId="687"/>
        </pc:sldMkLst>
        <pc:spChg chg="mod">
          <ac:chgData name="Craig Alexander" userId="cbab3422-1701-47c9-a4f0-14c0d221c31a" providerId="ADAL" clId="{6F1578F6-A8A9-7440-963D-32895AE509F6}" dt="2023-11-29T21:15:49.377" v="4278" actId="20577"/>
          <ac:spMkLst>
            <pc:docMk/>
            <pc:sldMk cId="3644723738" sldId="687"/>
            <ac:spMk id="2" creationId="{BCED6D11-8D2E-DA4D-98A2-908011AD76C4}"/>
          </ac:spMkLst>
        </pc:spChg>
        <pc:spChg chg="del">
          <ac:chgData name="Craig Alexander" userId="cbab3422-1701-47c9-a4f0-14c0d221c31a" providerId="ADAL" clId="{6F1578F6-A8A9-7440-963D-32895AE509F6}" dt="2023-11-29T21:08:19.190" v="4178" actId="478"/>
          <ac:spMkLst>
            <pc:docMk/>
            <pc:sldMk cId="3644723738" sldId="687"/>
            <ac:spMk id="4" creationId="{F315733D-1C1B-F6B9-D92E-5CC1C22B996D}"/>
          </ac:spMkLst>
        </pc:spChg>
        <pc:spChg chg="mod">
          <ac:chgData name="Craig Alexander" userId="cbab3422-1701-47c9-a4f0-14c0d221c31a" providerId="ADAL" clId="{6F1578F6-A8A9-7440-963D-32895AE509F6}" dt="2023-11-29T21:11:43.336" v="4235" actId="20577"/>
          <ac:spMkLst>
            <pc:docMk/>
            <pc:sldMk cId="3644723738" sldId="687"/>
            <ac:spMk id="9" creationId="{BE10DA86-7404-02C4-8D45-0EC3692CDC56}"/>
          </ac:spMkLst>
        </pc:spChg>
        <pc:spChg chg="add del mod">
          <ac:chgData name="Craig Alexander" userId="cbab3422-1701-47c9-a4f0-14c0d221c31a" providerId="ADAL" clId="{6F1578F6-A8A9-7440-963D-32895AE509F6}" dt="2023-11-29T21:08:22.875" v="4179" actId="478"/>
          <ac:spMkLst>
            <pc:docMk/>
            <pc:sldMk cId="3644723738" sldId="687"/>
            <ac:spMk id="10" creationId="{40B966F5-4927-2F3E-2C1C-990151A0CBD0}"/>
          </ac:spMkLst>
        </pc:spChg>
        <pc:graphicFrameChg chg="del">
          <ac:chgData name="Craig Alexander" userId="cbab3422-1701-47c9-a4f0-14c0d221c31a" providerId="ADAL" clId="{6F1578F6-A8A9-7440-963D-32895AE509F6}" dt="2023-11-29T21:08:25.440" v="4180" actId="478"/>
          <ac:graphicFrameMkLst>
            <pc:docMk/>
            <pc:sldMk cId="3644723738" sldId="687"/>
            <ac:graphicFrameMk id="6" creationId="{181C5ED2-B803-3D79-D7BF-F2816CF3420E}"/>
          </ac:graphicFrameMkLst>
        </pc:graphicFrameChg>
        <pc:picChg chg="del">
          <ac:chgData name="Craig Alexander" userId="cbab3422-1701-47c9-a4f0-14c0d221c31a" providerId="ADAL" clId="{6F1578F6-A8A9-7440-963D-32895AE509F6}" dt="2023-11-29T21:08:16.675" v="4177" actId="478"/>
          <ac:picMkLst>
            <pc:docMk/>
            <pc:sldMk cId="3644723738" sldId="687"/>
            <ac:picMk id="5" creationId="{F7EB2F5C-9822-F789-15D9-BB6126AE9281}"/>
          </ac:picMkLst>
        </pc:picChg>
        <pc:picChg chg="del">
          <ac:chgData name="Craig Alexander" userId="cbab3422-1701-47c9-a4f0-14c0d221c31a" providerId="ADAL" clId="{6F1578F6-A8A9-7440-963D-32895AE509F6}" dt="2023-11-29T21:08:37.171" v="4182" actId="478"/>
          <ac:picMkLst>
            <pc:docMk/>
            <pc:sldMk cId="3644723738" sldId="687"/>
            <ac:picMk id="8" creationId="{15080CE7-BB30-C195-9AAD-EB2BDAA3682D}"/>
          </ac:picMkLst>
        </pc:picChg>
        <pc:picChg chg="add mod">
          <ac:chgData name="Craig Alexander" userId="cbab3422-1701-47c9-a4f0-14c0d221c31a" providerId="ADAL" clId="{6F1578F6-A8A9-7440-963D-32895AE509F6}" dt="2023-11-29T21:10:01.356" v="4197" actId="14100"/>
          <ac:picMkLst>
            <pc:docMk/>
            <pc:sldMk cId="3644723738" sldId="687"/>
            <ac:picMk id="11" creationId="{C53D67C2-D499-B1F7-F431-8D00F59B8AC3}"/>
          </ac:picMkLst>
        </pc:picChg>
        <pc:picChg chg="add del mod">
          <ac:chgData name="Craig Alexander" userId="cbab3422-1701-47c9-a4f0-14c0d221c31a" providerId="ADAL" clId="{6F1578F6-A8A9-7440-963D-32895AE509F6}" dt="2023-11-29T21:10:23.608" v="4198" actId="478"/>
          <ac:picMkLst>
            <pc:docMk/>
            <pc:sldMk cId="3644723738" sldId="687"/>
            <ac:picMk id="12" creationId="{A207813A-C8F0-EED8-E63A-03E38AADEF21}"/>
          </ac:picMkLst>
        </pc:picChg>
        <pc:picChg chg="add del mod">
          <ac:chgData name="Craig Alexander" userId="cbab3422-1701-47c9-a4f0-14c0d221c31a" providerId="ADAL" clId="{6F1578F6-A8A9-7440-963D-32895AE509F6}" dt="2023-11-29T21:10:26.022" v="4199" actId="478"/>
          <ac:picMkLst>
            <pc:docMk/>
            <pc:sldMk cId="3644723738" sldId="687"/>
            <ac:picMk id="13" creationId="{3C7DDF04-2332-EFC7-13E2-2ED9001D7EFA}"/>
          </ac:picMkLst>
        </pc:picChg>
        <pc:picChg chg="add del mod">
          <ac:chgData name="Craig Alexander" userId="cbab3422-1701-47c9-a4f0-14c0d221c31a" providerId="ADAL" clId="{6F1578F6-A8A9-7440-963D-32895AE509F6}" dt="2023-11-29T21:10:28.412" v="4200" actId="478"/>
          <ac:picMkLst>
            <pc:docMk/>
            <pc:sldMk cId="3644723738" sldId="687"/>
            <ac:picMk id="14" creationId="{EC743358-97E9-32EE-7B96-F737F9ADD6A9}"/>
          </ac:picMkLst>
        </pc:picChg>
        <pc:picChg chg="add mod">
          <ac:chgData name="Craig Alexander" userId="cbab3422-1701-47c9-a4f0-14c0d221c31a" providerId="ADAL" clId="{6F1578F6-A8A9-7440-963D-32895AE509F6}" dt="2023-11-29T21:10:50.467" v="4207" actId="1076"/>
          <ac:picMkLst>
            <pc:docMk/>
            <pc:sldMk cId="3644723738" sldId="687"/>
            <ac:picMk id="15" creationId="{95135BD0-AAAA-439E-CBED-2731A0079547}"/>
          </ac:picMkLst>
        </pc:picChg>
      </pc:sldChg>
      <pc:sldChg chg="del">
        <pc:chgData name="Craig Alexander" userId="cbab3422-1701-47c9-a4f0-14c0d221c31a" providerId="ADAL" clId="{6F1578F6-A8A9-7440-963D-32895AE509F6}" dt="2023-11-29T21:14:16.281" v="4251" actId="2696"/>
        <pc:sldMkLst>
          <pc:docMk/>
          <pc:sldMk cId="3271668015" sldId="688"/>
        </pc:sldMkLst>
      </pc:sldChg>
      <pc:sldChg chg="del">
        <pc:chgData name="Craig Alexander" userId="cbab3422-1701-47c9-a4f0-14c0d221c31a" providerId="ADAL" clId="{6F1578F6-A8A9-7440-963D-32895AE509F6}" dt="2023-11-29T21:14:18.441" v="4255" actId="2696"/>
        <pc:sldMkLst>
          <pc:docMk/>
          <pc:sldMk cId="938638579" sldId="689"/>
        </pc:sldMkLst>
      </pc:sldChg>
      <pc:sldChg chg="modNotesTx">
        <pc:chgData name="Craig Alexander" userId="cbab3422-1701-47c9-a4f0-14c0d221c31a" providerId="ADAL" clId="{6F1578F6-A8A9-7440-963D-32895AE509F6}" dt="2023-11-29T20:13:15.124" v="3877" actId="20577"/>
        <pc:sldMkLst>
          <pc:docMk/>
          <pc:sldMk cId="1344438595" sldId="690"/>
        </pc:sldMkLst>
      </pc:sldChg>
      <pc:sldChg chg="del">
        <pc:chgData name="Craig Alexander" userId="cbab3422-1701-47c9-a4f0-14c0d221c31a" providerId="ADAL" clId="{6F1578F6-A8A9-7440-963D-32895AE509F6}" dt="2023-11-29T21:14:20.500" v="4258" actId="2696"/>
        <pc:sldMkLst>
          <pc:docMk/>
          <pc:sldMk cId="1576458234" sldId="691"/>
        </pc:sldMkLst>
      </pc:sldChg>
      <pc:sldChg chg="modSp add mod">
        <pc:chgData name="Craig Alexander" userId="cbab3422-1701-47c9-a4f0-14c0d221c31a" providerId="ADAL" clId="{6F1578F6-A8A9-7440-963D-32895AE509F6}" dt="2023-11-29T16:51:35.529" v="1239" actId="20577"/>
        <pc:sldMkLst>
          <pc:docMk/>
          <pc:sldMk cId="2189607037" sldId="692"/>
        </pc:sldMkLst>
        <pc:spChg chg="mod">
          <ac:chgData name="Craig Alexander" userId="cbab3422-1701-47c9-a4f0-14c0d221c31a" providerId="ADAL" clId="{6F1578F6-A8A9-7440-963D-32895AE509F6}" dt="2023-11-29T16:48:37.879" v="437" actId="20577"/>
          <ac:spMkLst>
            <pc:docMk/>
            <pc:sldMk cId="2189607037" sldId="692"/>
            <ac:spMk id="2" creationId="{BCED6D11-8D2E-DA4D-98A2-908011AD76C4}"/>
          </ac:spMkLst>
        </pc:spChg>
        <pc:spChg chg="mod">
          <ac:chgData name="Craig Alexander" userId="cbab3422-1701-47c9-a4f0-14c0d221c31a" providerId="ADAL" clId="{6F1578F6-A8A9-7440-963D-32895AE509F6}" dt="2023-11-29T16:51:35.529" v="1239" actId="20577"/>
          <ac:spMkLst>
            <pc:docMk/>
            <pc:sldMk cId="2189607037" sldId="692"/>
            <ac:spMk id="4" creationId="{F315733D-1C1B-F6B9-D92E-5CC1C22B996D}"/>
          </ac:spMkLst>
        </pc:spChg>
      </pc:sldChg>
      <pc:sldChg chg="addSp delSp modSp add mod">
        <pc:chgData name="Craig Alexander" userId="cbab3422-1701-47c9-a4f0-14c0d221c31a" providerId="ADAL" clId="{6F1578F6-A8A9-7440-963D-32895AE509F6}" dt="2023-11-29T16:59:50.440" v="2114" actId="22"/>
        <pc:sldMkLst>
          <pc:docMk/>
          <pc:sldMk cId="1367554227" sldId="693"/>
        </pc:sldMkLst>
        <pc:spChg chg="mod">
          <ac:chgData name="Craig Alexander" userId="cbab3422-1701-47c9-a4f0-14c0d221c31a" providerId="ADAL" clId="{6F1578F6-A8A9-7440-963D-32895AE509F6}" dt="2023-11-29T16:51:59.266" v="1248" actId="20577"/>
          <ac:spMkLst>
            <pc:docMk/>
            <pc:sldMk cId="1367554227" sldId="693"/>
            <ac:spMk id="2" creationId="{BCED6D11-8D2E-DA4D-98A2-908011AD76C4}"/>
          </ac:spMkLst>
        </pc:spChg>
        <pc:spChg chg="mod">
          <ac:chgData name="Craig Alexander" userId="cbab3422-1701-47c9-a4f0-14c0d221c31a" providerId="ADAL" clId="{6F1578F6-A8A9-7440-963D-32895AE509F6}" dt="2023-11-29T16:59:43.120" v="2112" actId="20577"/>
          <ac:spMkLst>
            <pc:docMk/>
            <pc:sldMk cId="1367554227" sldId="693"/>
            <ac:spMk id="4" creationId="{F315733D-1C1B-F6B9-D92E-5CC1C22B996D}"/>
          </ac:spMkLst>
        </pc:spChg>
        <pc:spChg chg="add del">
          <ac:chgData name="Craig Alexander" userId="cbab3422-1701-47c9-a4f0-14c0d221c31a" providerId="ADAL" clId="{6F1578F6-A8A9-7440-963D-32895AE509F6}" dt="2023-11-29T16:59:50.440" v="2114" actId="22"/>
          <ac:spMkLst>
            <pc:docMk/>
            <pc:sldMk cId="1367554227" sldId="693"/>
            <ac:spMk id="5" creationId="{EE3CA799-EA61-B384-7318-A8A1F5BDBDE8}"/>
          </ac:spMkLst>
        </pc:spChg>
      </pc:sldChg>
      <pc:sldChg chg="modSp add mod">
        <pc:chgData name="Craig Alexander" userId="cbab3422-1701-47c9-a4f0-14c0d221c31a" providerId="ADAL" clId="{6F1578F6-A8A9-7440-963D-32895AE509F6}" dt="2023-11-29T21:07:49.110" v="4152" actId="14100"/>
        <pc:sldMkLst>
          <pc:docMk/>
          <pc:sldMk cId="2936656241" sldId="694"/>
        </pc:sldMkLst>
        <pc:spChg chg="mod">
          <ac:chgData name="Craig Alexander" userId="cbab3422-1701-47c9-a4f0-14c0d221c31a" providerId="ADAL" clId="{6F1578F6-A8A9-7440-963D-32895AE509F6}" dt="2023-11-29T17:00:01.350" v="2137" actId="20577"/>
          <ac:spMkLst>
            <pc:docMk/>
            <pc:sldMk cId="2936656241" sldId="694"/>
            <ac:spMk id="2" creationId="{BCED6D11-8D2E-DA4D-98A2-908011AD76C4}"/>
          </ac:spMkLst>
        </pc:spChg>
        <pc:spChg chg="mod">
          <ac:chgData name="Craig Alexander" userId="cbab3422-1701-47c9-a4f0-14c0d221c31a" providerId="ADAL" clId="{6F1578F6-A8A9-7440-963D-32895AE509F6}" dt="2023-11-29T21:07:49.110" v="4152" actId="14100"/>
          <ac:spMkLst>
            <pc:docMk/>
            <pc:sldMk cId="2936656241" sldId="694"/>
            <ac:spMk id="4" creationId="{F315733D-1C1B-F6B9-D92E-5CC1C22B996D}"/>
          </ac:spMkLst>
        </pc:spChg>
      </pc:sldChg>
      <pc:sldChg chg="addSp delSp modSp add mod">
        <pc:chgData name="Craig Alexander" userId="cbab3422-1701-47c9-a4f0-14c0d221c31a" providerId="ADAL" clId="{6F1578F6-A8A9-7440-963D-32895AE509F6}" dt="2023-11-29T21:15:33.119" v="4263" actId="20577"/>
        <pc:sldMkLst>
          <pc:docMk/>
          <pc:sldMk cId="4230409018" sldId="695"/>
        </pc:sldMkLst>
        <pc:spChg chg="mod">
          <ac:chgData name="Craig Alexander" userId="cbab3422-1701-47c9-a4f0-14c0d221c31a" providerId="ADAL" clId="{6F1578F6-A8A9-7440-963D-32895AE509F6}" dt="2023-11-29T21:15:33.119" v="4263" actId="20577"/>
          <ac:spMkLst>
            <pc:docMk/>
            <pc:sldMk cId="4230409018" sldId="695"/>
            <ac:spMk id="2" creationId="{BCED6D11-8D2E-DA4D-98A2-908011AD76C4}"/>
          </ac:spMkLst>
        </pc:spChg>
        <pc:picChg chg="add mod">
          <ac:chgData name="Craig Alexander" userId="cbab3422-1701-47c9-a4f0-14c0d221c31a" providerId="ADAL" clId="{6F1578F6-A8A9-7440-963D-32895AE509F6}" dt="2023-11-29T21:12:26.666" v="4239" actId="1076"/>
          <ac:picMkLst>
            <pc:docMk/>
            <pc:sldMk cId="4230409018" sldId="695"/>
            <ac:picMk id="3" creationId="{04FB3920-CD73-EA8F-4D60-8AE87A16B5A1}"/>
          </ac:picMkLst>
        </pc:picChg>
        <pc:picChg chg="del">
          <ac:chgData name="Craig Alexander" userId="cbab3422-1701-47c9-a4f0-14c0d221c31a" providerId="ADAL" clId="{6F1578F6-A8A9-7440-963D-32895AE509F6}" dt="2023-11-29T21:12:19.312" v="4237" actId="478"/>
          <ac:picMkLst>
            <pc:docMk/>
            <pc:sldMk cId="4230409018" sldId="695"/>
            <ac:picMk id="15" creationId="{95135BD0-AAAA-439E-CBED-2731A0079547}"/>
          </ac:picMkLst>
        </pc:picChg>
      </pc:sldChg>
      <pc:sldChg chg="addSp delSp modSp add mod modShow">
        <pc:chgData name="Craig Alexander" userId="cbab3422-1701-47c9-a4f0-14c0d221c31a" providerId="ADAL" clId="{6F1578F6-A8A9-7440-963D-32895AE509F6}" dt="2023-11-30T12:00:03.633" v="4892" actId="729"/>
        <pc:sldMkLst>
          <pc:docMk/>
          <pc:sldMk cId="1347015315" sldId="696"/>
        </pc:sldMkLst>
        <pc:spChg chg="mod">
          <ac:chgData name="Craig Alexander" userId="cbab3422-1701-47c9-a4f0-14c0d221c31a" providerId="ADAL" clId="{6F1578F6-A8A9-7440-963D-32895AE509F6}" dt="2023-11-29T21:15:37.968" v="4268" actId="20577"/>
          <ac:spMkLst>
            <pc:docMk/>
            <pc:sldMk cId="1347015315" sldId="696"/>
            <ac:spMk id="2" creationId="{BCED6D11-8D2E-DA4D-98A2-908011AD76C4}"/>
          </ac:spMkLst>
        </pc:spChg>
        <pc:spChg chg="add mod">
          <ac:chgData name="Craig Alexander" userId="cbab3422-1701-47c9-a4f0-14c0d221c31a" providerId="ADAL" clId="{6F1578F6-A8A9-7440-963D-32895AE509F6}" dt="2023-11-29T21:13:43.796" v="4247" actId="14100"/>
          <ac:spMkLst>
            <pc:docMk/>
            <pc:sldMk cId="1347015315" sldId="696"/>
            <ac:spMk id="3" creationId="{0AD2472E-93B1-230F-88A4-D10F22491BD1}"/>
          </ac:spMkLst>
        </pc:spChg>
        <pc:spChg chg="del">
          <ac:chgData name="Craig Alexander" userId="cbab3422-1701-47c9-a4f0-14c0d221c31a" providerId="ADAL" clId="{6F1578F6-A8A9-7440-963D-32895AE509F6}" dt="2023-11-29T21:16:39.956" v="4282" actId="478"/>
          <ac:spMkLst>
            <pc:docMk/>
            <pc:sldMk cId="1347015315" sldId="696"/>
            <ac:spMk id="9" creationId="{BE10DA86-7404-02C4-8D45-0EC3692CDC56}"/>
          </ac:spMkLst>
        </pc:spChg>
        <pc:picChg chg="del">
          <ac:chgData name="Craig Alexander" userId="cbab3422-1701-47c9-a4f0-14c0d221c31a" providerId="ADAL" clId="{6F1578F6-A8A9-7440-963D-32895AE509F6}" dt="2023-11-29T21:16:37.626" v="4281" actId="478"/>
          <ac:picMkLst>
            <pc:docMk/>
            <pc:sldMk cId="1347015315" sldId="696"/>
            <ac:picMk id="7" creationId="{545D251F-4E15-B432-3598-6068CED2CDD9}"/>
          </ac:picMkLst>
        </pc:picChg>
        <pc:picChg chg="del">
          <ac:chgData name="Craig Alexander" userId="cbab3422-1701-47c9-a4f0-14c0d221c31a" providerId="ADAL" clId="{6F1578F6-A8A9-7440-963D-32895AE509F6}" dt="2023-11-29T21:16:36.747" v="4280" actId="478"/>
          <ac:picMkLst>
            <pc:docMk/>
            <pc:sldMk cId="1347015315" sldId="696"/>
            <ac:picMk id="11" creationId="{C53D67C2-D499-B1F7-F431-8D00F59B8AC3}"/>
          </ac:picMkLst>
        </pc:picChg>
      </pc:sldChg>
      <pc:sldChg chg="addSp delSp modSp add mod modShow">
        <pc:chgData name="Craig Alexander" userId="cbab3422-1701-47c9-a4f0-14c0d221c31a" providerId="ADAL" clId="{6F1578F6-A8A9-7440-963D-32895AE509F6}" dt="2023-11-30T12:00:07.982" v="4893" actId="729"/>
        <pc:sldMkLst>
          <pc:docMk/>
          <pc:sldMk cId="1711120041" sldId="697"/>
        </pc:sldMkLst>
        <pc:spChg chg="mod">
          <ac:chgData name="Craig Alexander" userId="cbab3422-1701-47c9-a4f0-14c0d221c31a" providerId="ADAL" clId="{6F1578F6-A8A9-7440-963D-32895AE509F6}" dt="2023-11-29T21:15:44.374" v="4273" actId="20577"/>
          <ac:spMkLst>
            <pc:docMk/>
            <pc:sldMk cId="1711120041" sldId="697"/>
            <ac:spMk id="2" creationId="{BCED6D11-8D2E-DA4D-98A2-908011AD76C4}"/>
          </ac:spMkLst>
        </pc:spChg>
        <pc:spChg chg="add mod">
          <ac:chgData name="Craig Alexander" userId="cbab3422-1701-47c9-a4f0-14c0d221c31a" providerId="ADAL" clId="{6F1578F6-A8A9-7440-963D-32895AE509F6}" dt="2023-11-29T21:13:55.124" v="4250" actId="20577"/>
          <ac:spMkLst>
            <pc:docMk/>
            <pc:sldMk cId="1711120041" sldId="697"/>
            <ac:spMk id="4" creationId="{F7E8194A-1D10-00A9-2416-025DB03E6784}"/>
          </ac:spMkLst>
        </pc:spChg>
        <pc:spChg chg="del">
          <ac:chgData name="Craig Alexander" userId="cbab3422-1701-47c9-a4f0-14c0d221c31a" providerId="ADAL" clId="{6F1578F6-A8A9-7440-963D-32895AE509F6}" dt="2023-11-29T21:16:44.604" v="4283" actId="478"/>
          <ac:spMkLst>
            <pc:docMk/>
            <pc:sldMk cId="1711120041" sldId="697"/>
            <ac:spMk id="9" creationId="{BE10DA86-7404-02C4-8D45-0EC3692CDC56}"/>
          </ac:spMkLst>
        </pc:spChg>
        <pc:picChg chg="del">
          <ac:chgData name="Craig Alexander" userId="cbab3422-1701-47c9-a4f0-14c0d221c31a" providerId="ADAL" clId="{6F1578F6-A8A9-7440-963D-32895AE509F6}" dt="2023-11-29T21:16:47.371" v="4285" actId="478"/>
          <ac:picMkLst>
            <pc:docMk/>
            <pc:sldMk cId="1711120041" sldId="697"/>
            <ac:picMk id="7" creationId="{545D251F-4E15-B432-3598-6068CED2CDD9}"/>
          </ac:picMkLst>
        </pc:picChg>
        <pc:picChg chg="del">
          <ac:chgData name="Craig Alexander" userId="cbab3422-1701-47c9-a4f0-14c0d221c31a" providerId="ADAL" clId="{6F1578F6-A8A9-7440-963D-32895AE509F6}" dt="2023-11-29T21:16:45.216" v="4284" actId="478"/>
          <ac:picMkLst>
            <pc:docMk/>
            <pc:sldMk cId="1711120041" sldId="697"/>
            <ac:picMk id="11" creationId="{C53D67C2-D499-B1F7-F431-8D00F59B8AC3}"/>
          </ac:picMkLst>
        </pc:picChg>
      </pc:sldChg>
      <pc:sldChg chg="addSp delSp modSp add mod ord">
        <pc:chgData name="Craig Alexander" userId="cbab3422-1701-47c9-a4f0-14c0d221c31a" providerId="ADAL" clId="{6F1578F6-A8A9-7440-963D-32895AE509F6}" dt="2023-11-29T21:24:08.770" v="4861" actId="20577"/>
        <pc:sldMkLst>
          <pc:docMk/>
          <pc:sldMk cId="1570722392" sldId="698"/>
        </pc:sldMkLst>
        <pc:spChg chg="mod">
          <ac:chgData name="Craig Alexander" userId="cbab3422-1701-47c9-a4f0-14c0d221c31a" providerId="ADAL" clId="{6F1578F6-A8A9-7440-963D-32895AE509F6}" dt="2023-11-29T21:20:30.826" v="4317" actId="20577"/>
          <ac:spMkLst>
            <pc:docMk/>
            <pc:sldMk cId="1570722392" sldId="698"/>
            <ac:spMk id="2" creationId="{BCED6D11-8D2E-DA4D-98A2-908011AD76C4}"/>
          </ac:spMkLst>
        </pc:spChg>
        <pc:spChg chg="del">
          <ac:chgData name="Craig Alexander" userId="cbab3422-1701-47c9-a4f0-14c0d221c31a" providerId="ADAL" clId="{6F1578F6-A8A9-7440-963D-32895AE509F6}" dt="2023-11-29T21:20:35.547" v="4319" actId="478"/>
          <ac:spMkLst>
            <pc:docMk/>
            <pc:sldMk cId="1570722392" sldId="698"/>
            <ac:spMk id="4" creationId="{F7E8194A-1D10-00A9-2416-025DB03E6784}"/>
          </ac:spMkLst>
        </pc:spChg>
        <pc:spChg chg="add mod">
          <ac:chgData name="Craig Alexander" userId="cbab3422-1701-47c9-a4f0-14c0d221c31a" providerId="ADAL" clId="{6F1578F6-A8A9-7440-963D-32895AE509F6}" dt="2023-11-29T21:21:23.241" v="4457" actId="255"/>
          <ac:spMkLst>
            <pc:docMk/>
            <pc:sldMk cId="1570722392" sldId="698"/>
            <ac:spMk id="5" creationId="{B46E3618-5948-4125-DD1E-E970A7B338BC}"/>
          </ac:spMkLst>
        </pc:spChg>
        <pc:spChg chg="add mod">
          <ac:chgData name="Craig Alexander" userId="cbab3422-1701-47c9-a4f0-14c0d221c31a" providerId="ADAL" clId="{6F1578F6-A8A9-7440-963D-32895AE509F6}" dt="2023-11-29T21:24:08.770" v="4861" actId="20577"/>
          <ac:spMkLst>
            <pc:docMk/>
            <pc:sldMk cId="1570722392" sldId="698"/>
            <ac:spMk id="6" creationId="{178480EF-DBFB-27CB-B334-65452E4FFCFF}"/>
          </ac:spMkLst>
        </pc:spChg>
        <pc:graphicFrameChg chg="add mod modGraphic">
          <ac:chgData name="Craig Alexander" userId="cbab3422-1701-47c9-a4f0-14c0d221c31a" providerId="ADAL" clId="{6F1578F6-A8A9-7440-963D-32895AE509F6}" dt="2023-11-29T21:23:14.660" v="4576" actId="1076"/>
          <ac:graphicFrameMkLst>
            <pc:docMk/>
            <pc:sldMk cId="1570722392" sldId="698"/>
            <ac:graphicFrameMk id="7" creationId="{3F339AD1-C2ED-2A6B-6C9F-D01170F281F1}"/>
          </ac:graphicFrameMkLst>
        </pc:graphicFrameChg>
        <pc:picChg chg="del">
          <ac:chgData name="Craig Alexander" userId="cbab3422-1701-47c9-a4f0-14c0d221c31a" providerId="ADAL" clId="{6F1578F6-A8A9-7440-963D-32895AE509F6}" dt="2023-11-29T21:20:32.437" v="4318" actId="478"/>
          <ac:picMkLst>
            <pc:docMk/>
            <pc:sldMk cId="1570722392" sldId="698"/>
            <ac:picMk id="3" creationId="{04FB3920-CD73-EA8F-4D60-8AE87A16B5A1}"/>
          </ac:picMkLst>
        </pc:picChg>
      </pc:sldChg>
    </pc:docChg>
  </pc:docChgLst>
  <pc:docChgLst>
    <pc:chgData name="Craig Alexander" userId="cbab3422-1701-47c9-a4f0-14c0d221c31a" providerId="ADAL" clId="{5CB2689B-F553-FD45-94D7-4C4CF6E605AC}"/>
    <pc:docChg chg="custSel modSld">
      <pc:chgData name="Craig Alexander" userId="cbab3422-1701-47c9-a4f0-14c0d221c31a" providerId="ADAL" clId="{5CB2689B-F553-FD45-94D7-4C4CF6E605AC}" dt="2023-12-15T02:52:01.149" v="665" actId="20577"/>
      <pc:docMkLst>
        <pc:docMk/>
      </pc:docMkLst>
      <pc:sldChg chg="delSp modSp mod">
        <pc:chgData name="Craig Alexander" userId="cbab3422-1701-47c9-a4f0-14c0d221c31a" providerId="ADAL" clId="{5CB2689B-F553-FD45-94D7-4C4CF6E605AC}" dt="2023-12-12T15:40:02.073" v="164" actId="1076"/>
        <pc:sldMkLst>
          <pc:docMk/>
          <pc:sldMk cId="4244171547" sldId="256"/>
        </pc:sldMkLst>
        <pc:spChg chg="mod">
          <ac:chgData name="Craig Alexander" userId="cbab3422-1701-47c9-a4f0-14c0d221c31a" providerId="ADAL" clId="{5CB2689B-F553-FD45-94D7-4C4CF6E605AC}" dt="2023-12-12T15:39:12.851" v="99" actId="20577"/>
          <ac:spMkLst>
            <pc:docMk/>
            <pc:sldMk cId="4244171547" sldId="256"/>
            <ac:spMk id="2" creationId="{00000000-0000-0000-0000-000000000000}"/>
          </ac:spMkLst>
        </pc:spChg>
        <pc:spChg chg="mod">
          <ac:chgData name="Craig Alexander" userId="cbab3422-1701-47c9-a4f0-14c0d221c31a" providerId="ADAL" clId="{5CB2689B-F553-FD45-94D7-4C4CF6E605AC}" dt="2023-12-12T15:40:02.073" v="164" actId="1076"/>
          <ac:spMkLst>
            <pc:docMk/>
            <pc:sldMk cId="4244171547" sldId="256"/>
            <ac:spMk id="3" creationId="{00000000-0000-0000-0000-000000000000}"/>
          </ac:spMkLst>
        </pc:spChg>
        <pc:spChg chg="del">
          <ac:chgData name="Craig Alexander" userId="cbab3422-1701-47c9-a4f0-14c0d221c31a" providerId="ADAL" clId="{5CB2689B-F553-FD45-94D7-4C4CF6E605AC}" dt="2023-12-12T15:38:27.883" v="2" actId="478"/>
          <ac:spMkLst>
            <pc:docMk/>
            <pc:sldMk cId="4244171547" sldId="256"/>
            <ac:spMk id="4" creationId="{206B207E-CE78-CBEC-D8E1-D1959E24DF7D}"/>
          </ac:spMkLst>
        </pc:spChg>
        <pc:spChg chg="del">
          <ac:chgData name="Craig Alexander" userId="cbab3422-1701-47c9-a4f0-14c0d221c31a" providerId="ADAL" clId="{5CB2689B-F553-FD45-94D7-4C4CF6E605AC}" dt="2023-12-12T15:38:25.768" v="1" actId="478"/>
          <ac:spMkLst>
            <pc:docMk/>
            <pc:sldMk cId="4244171547" sldId="256"/>
            <ac:spMk id="9" creationId="{594142B3-03ED-743D-1767-8648BBFAFC27}"/>
          </ac:spMkLst>
        </pc:spChg>
        <pc:picChg chg="mod">
          <ac:chgData name="Craig Alexander" userId="cbab3422-1701-47c9-a4f0-14c0d221c31a" providerId="ADAL" clId="{5CB2689B-F553-FD45-94D7-4C4CF6E605AC}" dt="2023-12-12T15:38:58.656" v="21" actId="1076"/>
          <ac:picMkLst>
            <pc:docMk/>
            <pc:sldMk cId="4244171547" sldId="256"/>
            <ac:picMk id="6" creationId="{E1048C9E-FD83-5065-AB12-61A24A125814}"/>
          </ac:picMkLst>
        </pc:picChg>
        <pc:picChg chg="del">
          <ac:chgData name="Craig Alexander" userId="cbab3422-1701-47c9-a4f0-14c0d221c31a" providerId="ADAL" clId="{5CB2689B-F553-FD45-94D7-4C4CF6E605AC}" dt="2023-12-12T15:38:21.663" v="0" actId="478"/>
          <ac:picMkLst>
            <pc:docMk/>
            <pc:sldMk cId="4244171547" sldId="256"/>
            <ac:picMk id="1028" creationId="{3296E101-F6FA-30C2-7867-DD9BCD32CCD8}"/>
          </ac:picMkLst>
        </pc:picChg>
      </pc:sldChg>
      <pc:sldChg chg="modSp mod">
        <pc:chgData name="Craig Alexander" userId="cbab3422-1701-47c9-a4f0-14c0d221c31a" providerId="ADAL" clId="{5CB2689B-F553-FD45-94D7-4C4CF6E605AC}" dt="2023-12-15T02:52:01.149" v="665" actId="20577"/>
        <pc:sldMkLst>
          <pc:docMk/>
          <pc:sldMk cId="2505971960" sldId="271"/>
        </pc:sldMkLst>
        <pc:spChg chg="mod">
          <ac:chgData name="Craig Alexander" userId="cbab3422-1701-47c9-a4f0-14c0d221c31a" providerId="ADAL" clId="{5CB2689B-F553-FD45-94D7-4C4CF6E605AC}" dt="2023-12-15T02:52:01.149" v="665" actId="20577"/>
          <ac:spMkLst>
            <pc:docMk/>
            <pc:sldMk cId="2505971960" sldId="271"/>
            <ac:spMk id="3" creationId="{DBD0EAD6-A310-9417-839D-1C7F822CD659}"/>
          </ac:spMkLst>
        </pc:spChg>
      </pc:sldChg>
      <pc:sldChg chg="addSp delSp modSp mod">
        <pc:chgData name="Craig Alexander" userId="cbab3422-1701-47c9-a4f0-14c0d221c31a" providerId="ADAL" clId="{5CB2689B-F553-FD45-94D7-4C4CF6E605AC}" dt="2023-12-12T15:47:20.232" v="453" actId="20577"/>
        <pc:sldMkLst>
          <pc:docMk/>
          <pc:sldMk cId="1344438595" sldId="690"/>
        </pc:sldMkLst>
        <pc:spChg chg="mod">
          <ac:chgData name="Craig Alexander" userId="cbab3422-1701-47c9-a4f0-14c0d221c31a" providerId="ADAL" clId="{5CB2689B-F553-FD45-94D7-4C4CF6E605AC}" dt="2023-12-12T15:46:10.795" v="228" actId="20577"/>
          <ac:spMkLst>
            <pc:docMk/>
            <pc:sldMk cId="1344438595" sldId="690"/>
            <ac:spMk id="2" creationId="{BCED6D11-8D2E-DA4D-98A2-908011AD76C4}"/>
          </ac:spMkLst>
        </pc:spChg>
        <pc:spChg chg="del">
          <ac:chgData name="Craig Alexander" userId="cbab3422-1701-47c9-a4f0-14c0d221c31a" providerId="ADAL" clId="{5CB2689B-F553-FD45-94D7-4C4CF6E605AC}" dt="2023-12-12T15:46:15.153" v="229" actId="478"/>
          <ac:spMkLst>
            <pc:docMk/>
            <pc:sldMk cId="1344438595" sldId="690"/>
            <ac:spMk id="3" creationId="{9B159A80-BD0E-DFE5-FABD-B2F289C436F2}"/>
          </ac:spMkLst>
        </pc:spChg>
        <pc:spChg chg="mod">
          <ac:chgData name="Craig Alexander" userId="cbab3422-1701-47c9-a4f0-14c0d221c31a" providerId="ADAL" clId="{5CB2689B-F553-FD45-94D7-4C4CF6E605AC}" dt="2023-12-12T15:47:20.232" v="453" actId="20577"/>
          <ac:spMkLst>
            <pc:docMk/>
            <pc:sldMk cId="1344438595" sldId="690"/>
            <ac:spMk id="4" creationId="{F315733D-1C1B-F6B9-D92E-5CC1C22B996D}"/>
          </ac:spMkLst>
        </pc:spChg>
        <pc:picChg chg="add mod">
          <ac:chgData name="Craig Alexander" userId="cbab3422-1701-47c9-a4f0-14c0d221c31a" providerId="ADAL" clId="{5CB2689B-F553-FD45-94D7-4C4CF6E605AC}" dt="2023-12-12T15:46:28.810" v="234" actId="1076"/>
          <ac:picMkLst>
            <pc:docMk/>
            <pc:sldMk cId="1344438595" sldId="690"/>
            <ac:picMk id="5" creationId="{DEF7B16A-9A0F-726E-4A0B-0D034229D5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12/14/23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2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00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62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9978F3-40AA-B047-B077-E6C1CE00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57762F7-94EF-0744-BA0E-BF26083BC2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0563" y="3016250"/>
            <a:ext cx="5680075" cy="6223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5A3FE5F-792E-894C-96F2-B918CA1BC6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567" y="1705342"/>
            <a:ext cx="11100631" cy="47404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qu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79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2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54" r:id="rId4"/>
    <p:sldLayoutId id="2147483656" r:id="rId5"/>
    <p:sldLayoutId id="2147483649" r:id="rId6"/>
    <p:sldLayoutId id="2147483684" r:id="rId7"/>
    <p:sldLayoutId id="2147483691" r:id="rId8"/>
    <p:sldLayoutId id="2147483694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aph.org/the-ebrf-revolution/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E1048C9E-FD83-5065-AB12-61A24A125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898411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Accessibility for statistics teaching and learning materials: opportunities and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0418" y="2806700"/>
            <a:ext cx="5680075" cy="6223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tx1"/>
                </a:solidFill>
              </a:rPr>
              <a:t>David McArthur, </a:t>
            </a:r>
            <a:r>
              <a:rPr lang="en-GB" u="sng" dirty="0">
                <a:solidFill>
                  <a:schemeClr val="tx1"/>
                </a:solidFill>
              </a:rPr>
              <a:t>Craig Alexander</a:t>
            </a:r>
            <a:r>
              <a:rPr lang="en-GB" dirty="0">
                <a:solidFill>
                  <a:schemeClr val="tx1"/>
                </a:solidFill>
              </a:rPr>
              <a:t>, Colette Mair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</a:rPr>
              <a:t>University of Glasgow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Case Study: ODL Learning materials – the past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5733D-1C1B-F6B9-D92E-5CC1C22B9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637" y="1717461"/>
            <a:ext cx="5221671" cy="4606925"/>
          </a:xfrm>
        </p:spPr>
        <p:txBody>
          <a:bodyPr>
            <a:normAutofit/>
          </a:bodyPr>
          <a:lstStyle/>
          <a:p>
            <a:r>
              <a:rPr lang="en-GB" dirty="0"/>
              <a:t>Asynchronous content presented within PDF format. </a:t>
            </a:r>
          </a:p>
          <a:p>
            <a:endParaRPr lang="en-GB" dirty="0"/>
          </a:p>
          <a:p>
            <a:r>
              <a:rPr lang="en-GB" dirty="0"/>
              <a:t>Notes embedded with online Khan Academy style tutorials and tasks.</a:t>
            </a:r>
          </a:p>
          <a:p>
            <a:endParaRPr lang="en-GB" dirty="0"/>
          </a:p>
          <a:p>
            <a:r>
              <a:rPr lang="en-GB" dirty="0"/>
              <a:t>Older versions of course notes did not include any accessible features.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7B16A-9A0F-726E-4A0B-0D034229D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693" y="1817222"/>
            <a:ext cx="4702557" cy="359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3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094D-4EC2-0EB7-CB3E-56B419F6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817" y="571707"/>
            <a:ext cx="8293652" cy="1009651"/>
          </a:xfrm>
        </p:spPr>
        <p:txBody>
          <a:bodyPr/>
          <a:lstStyle/>
          <a:p>
            <a:pPr algn="l"/>
            <a:r>
              <a:rPr lang="en-US" dirty="0"/>
              <a:t>Case Study: ODL Learning materials – the present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A93E-27F4-1742-6C8B-E4C47806C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446" y="1683690"/>
            <a:ext cx="5859726" cy="4510364"/>
          </a:xfrm>
        </p:spPr>
        <p:txBody>
          <a:bodyPr>
            <a:normAutofit fontScale="92500"/>
          </a:bodyPr>
          <a:lstStyle/>
          <a:p>
            <a:endParaRPr lang="en-GB" dirty="0"/>
          </a:p>
          <a:p>
            <a:pPr lvl="1"/>
            <a:r>
              <a:rPr lang="en-GB" dirty="0"/>
              <a:t>Developed by ODL full stack web developer David McArthur.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Motivation to create accessible notes that do not just pass accessibility tests but cater for a variety of physical and cognitive disabilities. 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Accessibility features can help everyone, from feedback, some students like to study on the go using mobile devices, using dark mode for viewing.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DE1C4-C205-C364-0C95-92D13B53C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554" y="1945652"/>
            <a:ext cx="5237000" cy="398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2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EF82-15CF-18AD-7C18-F53B5FA0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33" y="458846"/>
            <a:ext cx="5842000" cy="1009651"/>
          </a:xfrm>
        </p:spPr>
        <p:txBody>
          <a:bodyPr/>
          <a:lstStyle/>
          <a:p>
            <a:pPr algn="l"/>
            <a:r>
              <a:rPr lang="en-US" dirty="0"/>
              <a:t>Design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E78E-119B-A48D-F55D-BF66A2494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Holistic approach, build accessibility in from the start:</a:t>
            </a:r>
          </a:p>
          <a:p>
            <a:endParaRPr lang="en-GB" dirty="0"/>
          </a:p>
          <a:p>
            <a:pPr lvl="1"/>
            <a:r>
              <a:rPr lang="en-GB" dirty="0"/>
              <a:t>Create features that are thoughtful, concentrate on simplicity instead of passing accessibility tests.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Create features that can be useful for everyone -  features that are widely used will be actively maintained and improved.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Provide options rather than one-size-fits-all.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73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EF82-15CF-18AD-7C18-F53B5FA0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504" y="407571"/>
            <a:ext cx="5842000" cy="1009651"/>
          </a:xfrm>
        </p:spPr>
        <p:txBody>
          <a:bodyPr/>
          <a:lstStyle/>
          <a:p>
            <a:pPr algn="l"/>
            <a:r>
              <a:rPr lang="en-US" dirty="0"/>
              <a:t>HTML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E78E-119B-A48D-F55D-BF66A2494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HTML &gt; PDF for accessibility:</a:t>
            </a:r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Wide selection of accessibility tools designed for HTML that work on all major platforms and devices.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Responsive - HTML can adapt to different sized screens to provide the clearest layout.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Opens the door to richer experiences such as interactivity and animation.</a:t>
            </a:r>
            <a:br>
              <a:rPr lang="en-GB" dirty="0"/>
            </a:br>
            <a:endParaRPr lang="en-GB" dirty="0"/>
          </a:p>
          <a:p>
            <a:pPr lvl="1"/>
            <a:r>
              <a:rPr lang="en-GB" dirty="0"/>
              <a:t>It’s possible to provide an accessible PDF derived from accessible HTML.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63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A537-D7C6-37FA-4FEC-43A25FC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322" y="347751"/>
            <a:ext cx="5842000" cy="1009651"/>
          </a:xfrm>
        </p:spPr>
        <p:txBody>
          <a:bodyPr/>
          <a:lstStyle/>
          <a:p>
            <a:pPr algn="l"/>
            <a:r>
              <a:rPr lang="en-US" dirty="0"/>
              <a:t>The html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2473-2B3C-A9FB-C61D-92688D306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93900"/>
            <a:ext cx="9905999" cy="42455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sz="2200" dirty="0"/>
              <a:t>Self-contained - as portable as a PDF file and can be opened with any web browser.</a:t>
            </a:r>
            <a:br>
              <a:rPr lang="en-GB" sz="2200" dirty="0"/>
            </a:br>
            <a:endParaRPr lang="en-GB" sz="2200" dirty="0"/>
          </a:p>
          <a:p>
            <a:pPr lvl="1"/>
            <a:r>
              <a:rPr lang="en-GB" sz="2200" dirty="0"/>
              <a:t>Simple and distraction-free design.</a:t>
            </a:r>
            <a:br>
              <a:rPr lang="en-GB" sz="2200" dirty="0"/>
            </a:br>
            <a:endParaRPr lang="en-GB" sz="2200" dirty="0"/>
          </a:p>
          <a:p>
            <a:pPr lvl="1"/>
            <a:r>
              <a:rPr lang="en-GB" sz="2200" dirty="0"/>
              <a:t>Sidebar with Table of Contents to facilitate easy navigation.</a:t>
            </a:r>
            <a:br>
              <a:rPr lang="en-GB" sz="2200" dirty="0"/>
            </a:br>
            <a:endParaRPr lang="en-GB" sz="2200" dirty="0"/>
          </a:p>
          <a:p>
            <a:pPr lvl="1"/>
            <a:r>
              <a:rPr lang="en-GB" sz="2200" dirty="0"/>
              <a:t>A View Options pane allowing the user to change colour, spacing and sizes of the page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1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A537-D7C6-37FA-4FEC-43A25FC6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959" y="399026"/>
            <a:ext cx="5842000" cy="1009651"/>
          </a:xfrm>
        </p:spPr>
        <p:txBody>
          <a:bodyPr/>
          <a:lstStyle/>
          <a:p>
            <a:pPr algn="l"/>
            <a:r>
              <a:rPr lang="en-US" dirty="0"/>
              <a:t>The html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2473-2B3C-A9FB-C61D-92688D306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06531"/>
            <a:ext cx="9905999" cy="39899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lvl="1"/>
            <a:r>
              <a:rPr lang="en-GB" sz="2400" dirty="0"/>
              <a:t>Responsive</a:t>
            </a:r>
            <a:r>
              <a:rPr lang="en-GB" dirty="0"/>
              <a:t> - </a:t>
            </a:r>
            <a:r>
              <a:rPr lang="en-GB" sz="2400" dirty="0"/>
              <a:t>adapt from the smallest mobile screens to largest desktop screens.</a:t>
            </a:r>
            <a:br>
              <a:rPr lang="en-GB" sz="2400" dirty="0"/>
            </a:br>
            <a:endParaRPr lang="en-GB" sz="2400" dirty="0"/>
          </a:p>
          <a:p>
            <a:pPr lvl="1"/>
            <a:r>
              <a:rPr lang="en-GB" sz="2400" dirty="0"/>
              <a:t>Answers next to tasks to avoid excessive scrolling.</a:t>
            </a:r>
            <a:br>
              <a:rPr lang="en-GB" sz="2400" dirty="0"/>
            </a:br>
            <a:endParaRPr lang="en-GB" sz="2400" dirty="0"/>
          </a:p>
          <a:p>
            <a:pPr lvl="1"/>
            <a:r>
              <a:rPr lang="en-GB" sz="2400" dirty="0"/>
              <a:t>Use Scalable Vector Graphics wherever possible to ensure graphics look crisp and in focus even when zoomed in.</a:t>
            </a:r>
            <a:br>
              <a:rPr lang="en-GB" sz="2400" dirty="0"/>
            </a:br>
            <a:endParaRPr lang="en-GB" sz="2400" dirty="0"/>
          </a:p>
          <a:p>
            <a:pPr lvl="1"/>
            <a:r>
              <a:rPr lang="en-GB" sz="2400" dirty="0"/>
              <a:t>Follow best practices for creating semantic, accessible HTML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6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852C-FF3B-5B88-4C7C-EE35FA14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867" y="373389"/>
            <a:ext cx="5842000" cy="1009651"/>
          </a:xfrm>
        </p:spPr>
        <p:txBody>
          <a:bodyPr/>
          <a:lstStyle/>
          <a:p>
            <a:pPr algn="l"/>
            <a:r>
              <a:rPr lang="en-US" dirty="0"/>
              <a:t>The pdf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0C7F-D13C-1C21-75A6-769FCDE35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3273"/>
            <a:ext cx="10515600" cy="4351338"/>
          </a:xfrm>
        </p:spPr>
        <p:txBody>
          <a:bodyPr/>
          <a:lstStyle/>
          <a:p>
            <a:pPr lvl="1"/>
            <a:r>
              <a:rPr lang="en-GB" sz="2400" dirty="0"/>
              <a:t>Providing options - some users prefer a paper-like representation of course notes.</a:t>
            </a:r>
            <a:br>
              <a:rPr lang="en-GB" sz="2400" dirty="0"/>
            </a:br>
            <a:endParaRPr lang="en-GB" sz="2400" dirty="0"/>
          </a:p>
          <a:p>
            <a:pPr lvl="1"/>
            <a:r>
              <a:rPr lang="en-GB" sz="2400" dirty="0"/>
              <a:t>Chromium, the open-source foundation of the Chrome browser, can create an accessible “tagged” PDF from an HTML document</a:t>
            </a:r>
            <a:br>
              <a:rPr lang="en-GB" sz="2400" dirty="0"/>
            </a:br>
            <a:endParaRPr lang="en-GB" sz="2400" dirty="0"/>
          </a:p>
          <a:p>
            <a:pPr lvl="1"/>
            <a:r>
              <a:rPr lang="en-GB" sz="2400" dirty="0"/>
              <a:t>Task answers are moved to the end due to lack of interactivity.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56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1E3A-0286-EFD7-7979-11A989E6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318" y="407571"/>
            <a:ext cx="5842000" cy="1009651"/>
          </a:xfrm>
        </p:spPr>
        <p:txBody>
          <a:bodyPr/>
          <a:lstStyle/>
          <a:p>
            <a:pPr algn="l"/>
            <a:r>
              <a:rPr lang="en-US" dirty="0"/>
              <a:t>Student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FBC77-5226-9FE1-7A3F-90D48B8E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916200"/>
            <a:ext cx="9905999" cy="3989995"/>
          </a:xfrm>
        </p:spPr>
        <p:txBody>
          <a:bodyPr>
            <a:normAutofit/>
          </a:bodyPr>
          <a:lstStyle/>
          <a:p>
            <a:r>
              <a:rPr lang="en-US" sz="2200" dirty="0"/>
              <a:t>“Cleaner and neat look”, “Task solutions attached to task saves scrolling”, “3-bar menu helpful for navigating sections”.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Features such as theme and font size are used by students often.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Some helpful suggestions for development, such as copy/paste options for code blocks &amp; facilities for note taking.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PDF notes still used by students for at-home study and note taking.</a:t>
            </a:r>
          </a:p>
        </p:txBody>
      </p:sp>
    </p:spTree>
    <p:extLst>
      <p:ext uri="{BB962C8B-B14F-4D97-AF65-F5344CB8AC3E}">
        <p14:creationId xmlns:p14="http://schemas.microsoft.com/office/powerpoint/2010/main" val="145447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4D414-281A-04DB-3747-5D2DE781F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777" y="450300"/>
            <a:ext cx="5842000" cy="1009651"/>
          </a:xfrm>
        </p:spPr>
        <p:txBody>
          <a:bodyPr/>
          <a:lstStyle/>
          <a:p>
            <a:pPr algn="l"/>
            <a:r>
              <a:rPr lang="en-US"/>
              <a:t>Going </a:t>
            </a:r>
            <a:r>
              <a:rPr lang="en-US" dirty="0"/>
              <a:t>Beyond Accessibility Regulations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EAD6-A310-9417-839D-1C7F822CD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77" y="1721430"/>
            <a:ext cx="8404550" cy="4686270"/>
          </a:xfrm>
        </p:spPr>
        <p:txBody>
          <a:bodyPr>
            <a:normAutofit fontScale="92500"/>
          </a:bodyPr>
          <a:lstStyle/>
          <a:p>
            <a:r>
              <a:rPr lang="en-GB" sz="2200" dirty="0"/>
              <a:t>Though accessibility regulations (e.g. Public Sector Bodies Accessibility Regulations) are a good start to improving accessibility, they do not break down all accessibility barriers. </a:t>
            </a:r>
          </a:p>
          <a:p>
            <a:endParaRPr lang="en-GB" sz="2200" dirty="0"/>
          </a:p>
          <a:p>
            <a:r>
              <a:rPr lang="en-GB" sz="2200" dirty="0"/>
              <a:t>Current study investigating accessibility for visually impaired learners</a:t>
            </a:r>
          </a:p>
          <a:p>
            <a:pPr lvl="1"/>
            <a:r>
              <a:rPr lang="en-GB" sz="2200" dirty="0"/>
              <a:t>Levels of discouragement from pursuing University mathematics due to restrictive barriers. </a:t>
            </a:r>
          </a:p>
          <a:p>
            <a:pPr lvl="1"/>
            <a:r>
              <a:rPr lang="en-GB" sz="2200" dirty="0"/>
              <a:t>The ‘</a:t>
            </a:r>
            <a:r>
              <a:rPr lang="en-GB" sz="2200" dirty="0">
                <a:hlinkClick r:id="rId2"/>
              </a:rPr>
              <a:t>eBRF Revolution</a:t>
            </a:r>
            <a:r>
              <a:rPr lang="en-GB" sz="2200" dirty="0"/>
              <a:t>’ shows promising development in setting new coursework standards for conversion to Braille and tactile graphics. </a:t>
            </a:r>
          </a:p>
          <a:p>
            <a:pPr marL="457200" lvl="1" indent="0">
              <a:buNone/>
            </a:pPr>
            <a:endParaRPr lang="en-GB" sz="2200" dirty="0"/>
          </a:p>
          <a:p>
            <a:r>
              <a:rPr lang="en-GB" sz="2200" dirty="0"/>
              <a:t>We are currently undertaking a short study into improving accessibility of mathematics for visually impaired learners. You can access the survey </a:t>
            </a:r>
            <a:r>
              <a:rPr lang="en-GB" sz="2200"/>
              <a:t>by scanning </a:t>
            </a:r>
            <a:r>
              <a:rPr lang="en-GB" sz="2200" dirty="0"/>
              <a:t>the </a:t>
            </a:r>
            <a:r>
              <a:rPr lang="en-GB" sz="2200"/>
              <a:t>QR code.</a:t>
            </a:r>
            <a:endParaRPr lang="en-GB" sz="2200" dirty="0"/>
          </a:p>
          <a:p>
            <a:pPr marL="457200" lvl="1" indent="0">
              <a:buNone/>
            </a:pPr>
            <a:endParaRPr lang="en-GB" sz="2200" dirty="0"/>
          </a:p>
          <a:p>
            <a:endParaRPr lang="en-GB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D6DFF-69B7-EB82-03AC-61B746A9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558" y="3989293"/>
            <a:ext cx="2883718" cy="2739465"/>
          </a:xfrm>
          <a:prstGeom prst="rect">
            <a:avLst/>
          </a:prstGeom>
        </p:spPr>
      </p:pic>
      <p:pic>
        <p:nvPicPr>
          <p:cNvPr id="1030" name="Picture 6" descr="The eBRF Revolution | American Printing House">
            <a:extLst>
              <a:ext uri="{FF2B5EF4-FFF2-40B4-BE49-F238E27FC236}">
                <a16:creationId xmlns:a16="http://schemas.microsoft.com/office/drawing/2014/main" id="{F6561983-5E65-C7FC-A1A8-13BA4AA16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4557" y="1541929"/>
            <a:ext cx="2739465" cy="173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D27E35-C301-4E4F-EA37-796F0B523B06}"/>
              </a:ext>
            </a:extLst>
          </p:cNvPr>
          <p:cNvSpPr txBox="1"/>
          <p:nvPr/>
        </p:nvSpPr>
        <p:spPr>
          <a:xfrm>
            <a:off x="9174557" y="3370729"/>
            <a:ext cx="1733680" cy="276999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/>
              <a:t>American Printing House</a:t>
            </a:r>
          </a:p>
        </p:txBody>
      </p:sp>
    </p:spTree>
    <p:extLst>
      <p:ext uri="{BB962C8B-B14F-4D97-AF65-F5344CB8AC3E}">
        <p14:creationId xmlns:p14="http://schemas.microsoft.com/office/powerpoint/2010/main" val="250597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University at sunset">
            <a:extLst>
              <a:ext uri="{FF2B5EF4-FFF2-40B4-BE49-F238E27FC236}">
                <a16:creationId xmlns:a16="http://schemas.microsoft.com/office/drawing/2014/main" id="{778F38A2-01CF-7145-BA22-B7FAA6519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8D2E6-CE5E-9344-8A5F-03E8D2B1A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0453A2-AEE0-5240-8453-87A32EE76A19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DFC026-C260-A146-90D3-068313FC637F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10452A7-409E-2B4B-BDEB-4830E7E43CE4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19679AC-163D-0141-A7B2-1701C1A600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3BD8E9D-7401-184D-B897-73F772A32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CB68A71-5BDD-A040-A021-252AE28C2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2C03AA1-5E47-2841-A2C0-74489FA31DD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7700" y="1798637"/>
            <a:ext cx="7737528" cy="703263"/>
          </a:xfrm>
        </p:spPr>
        <p:txBody>
          <a:bodyPr>
            <a:no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</a:rPr>
              <a:t>Thank you for listening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08FB0-7FF9-C341-9698-C6804496990A}"/>
              </a:ext>
            </a:extLst>
          </p:cNvPr>
          <p:cNvSpPr txBox="1"/>
          <p:nvPr/>
        </p:nvSpPr>
        <p:spPr>
          <a:xfrm>
            <a:off x="800100" y="2692400"/>
            <a:ext cx="509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</TotalTime>
  <Words>620</Words>
  <Application>Microsoft Macintosh PowerPoint</Application>
  <PresentationFormat>Widescreen</PresentationFormat>
  <Paragraphs>67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Accessibility for statistics teaching and learning materials: opportunities and challenges</vt:lpstr>
      <vt:lpstr>Case Study: ODL Learning materials – the past </vt:lpstr>
      <vt:lpstr>Case Study: ODL Learning materials – the present</vt:lpstr>
      <vt:lpstr>Design Considerations</vt:lpstr>
      <vt:lpstr>HTML notes</vt:lpstr>
      <vt:lpstr>The html file</vt:lpstr>
      <vt:lpstr>The html file</vt:lpstr>
      <vt:lpstr>The pdf file</vt:lpstr>
      <vt:lpstr>Student Feedback</vt:lpstr>
      <vt:lpstr>Going Beyond Accessibility Regulations</vt:lpstr>
      <vt:lpstr>Thank you for listening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lastModifiedBy>Craig Alexander</cp:lastModifiedBy>
  <cp:revision>1</cp:revision>
  <dcterms:created xsi:type="dcterms:W3CDTF">2021-01-06T14:22:07Z</dcterms:created>
  <dcterms:modified xsi:type="dcterms:W3CDTF">2023-12-15T02:52:05Z</dcterms:modified>
</cp:coreProperties>
</file>