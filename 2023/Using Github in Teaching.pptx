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572" r:id="rId3"/>
    <p:sldId id="586" r:id="rId4"/>
    <p:sldId id="575" r:id="rId5"/>
    <p:sldId id="576" r:id="rId6"/>
    <p:sldId id="579" r:id="rId7"/>
    <p:sldId id="581" r:id="rId8"/>
    <p:sldId id="577" r:id="rId9"/>
    <p:sldId id="582" r:id="rId10"/>
    <p:sldId id="583" r:id="rId11"/>
    <p:sldId id="584" r:id="rId12"/>
    <p:sldId id="585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B3F2A3-F28E-BB48-B64C-BBCF1DC49A44}" v="13" dt="2023-08-31T16:17:15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4632"/>
  </p:normalViewPr>
  <p:slideViewPr>
    <p:cSldViewPr snapToGrid="0">
      <p:cViewPr varScale="1">
        <p:scale>
          <a:sx n="132" d="100"/>
          <a:sy n="132" d="100"/>
        </p:scale>
        <p:origin x="1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Alexander" userId="cbab3422-1701-47c9-a4f0-14c0d221c31a" providerId="ADAL" clId="{A21719F9-C56D-1741-83C7-D55810D3BEE0}"/>
    <pc:docChg chg="undo redo custSel addSld delSld modSld sldOrd">
      <pc:chgData name="Craig Alexander" userId="cbab3422-1701-47c9-a4f0-14c0d221c31a" providerId="ADAL" clId="{A21719F9-C56D-1741-83C7-D55810D3BEE0}" dt="2023-08-30T15:04:35.445" v="5774" actId="20577"/>
      <pc:docMkLst>
        <pc:docMk/>
      </pc:docMkLst>
      <pc:sldChg chg="modSp mod">
        <pc:chgData name="Craig Alexander" userId="cbab3422-1701-47c9-a4f0-14c0d221c31a" providerId="ADAL" clId="{A21719F9-C56D-1741-83C7-D55810D3BEE0}" dt="2023-08-30T12:33:12.468" v="702" actId="20577"/>
        <pc:sldMkLst>
          <pc:docMk/>
          <pc:sldMk cId="4244171547" sldId="256"/>
        </pc:sldMkLst>
        <pc:spChg chg="mod">
          <ac:chgData name="Craig Alexander" userId="cbab3422-1701-47c9-a4f0-14c0d221c31a" providerId="ADAL" clId="{A21719F9-C56D-1741-83C7-D55810D3BEE0}" dt="2023-08-30T12:33:12.468" v="702" actId="20577"/>
          <ac:spMkLst>
            <pc:docMk/>
            <pc:sldMk cId="4244171547" sldId="256"/>
            <ac:spMk id="2" creationId="{00000000-0000-0000-0000-000000000000}"/>
          </ac:spMkLst>
        </pc:spChg>
      </pc:sldChg>
      <pc:sldChg chg="delSp modSp mod">
        <pc:chgData name="Craig Alexander" userId="cbab3422-1701-47c9-a4f0-14c0d221c31a" providerId="ADAL" clId="{A21719F9-C56D-1741-83C7-D55810D3BEE0}" dt="2023-08-30T14:13:46.097" v="5693" actId="20577"/>
        <pc:sldMkLst>
          <pc:docMk/>
          <pc:sldMk cId="3006378702" sldId="273"/>
        </pc:sldMkLst>
        <pc:spChg chg="mod">
          <ac:chgData name="Craig Alexander" userId="cbab3422-1701-47c9-a4f0-14c0d221c31a" providerId="ADAL" clId="{A21719F9-C56D-1741-83C7-D55810D3BEE0}" dt="2023-08-30T14:13:46.097" v="5693" actId="20577"/>
          <ac:spMkLst>
            <pc:docMk/>
            <pc:sldMk cId="3006378702" sldId="273"/>
            <ac:spMk id="2" creationId="{72C03AA1-5E47-2841-A2C0-74489FA31DDB}"/>
          </ac:spMkLst>
        </pc:spChg>
        <pc:spChg chg="del mod">
          <ac:chgData name="Craig Alexander" userId="cbab3422-1701-47c9-a4f0-14c0d221c31a" providerId="ADAL" clId="{A21719F9-C56D-1741-83C7-D55810D3BEE0}" dt="2023-08-30T14:13:33.068" v="5661" actId="478"/>
          <ac:spMkLst>
            <pc:docMk/>
            <pc:sldMk cId="3006378702" sldId="273"/>
            <ac:spMk id="3" creationId="{F4F08FB0-7FF9-C341-9698-C6804496990A}"/>
          </ac:spMkLst>
        </pc:spChg>
      </pc:sldChg>
      <pc:sldChg chg="addSp modSp mod modAnim">
        <pc:chgData name="Craig Alexander" userId="cbab3422-1701-47c9-a4f0-14c0d221c31a" providerId="ADAL" clId="{A21719F9-C56D-1741-83C7-D55810D3BEE0}" dt="2023-08-30T12:32:30.040" v="634" actId="20577"/>
        <pc:sldMkLst>
          <pc:docMk/>
          <pc:sldMk cId="3246870684" sldId="572"/>
        </pc:sldMkLst>
        <pc:spChg chg="mod">
          <ac:chgData name="Craig Alexander" userId="cbab3422-1701-47c9-a4f0-14c0d221c31a" providerId="ADAL" clId="{A21719F9-C56D-1741-83C7-D55810D3BEE0}" dt="2023-08-30T12:13:30.021" v="105" actId="20577"/>
          <ac:spMkLst>
            <pc:docMk/>
            <pc:sldMk cId="3246870684" sldId="572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2:32:30.040" v="634" actId="20577"/>
          <ac:spMkLst>
            <pc:docMk/>
            <pc:sldMk cId="3246870684" sldId="572"/>
            <ac:spMk id="3" creationId="{2230D8A9-ED04-4EA0-B35C-55F26289616D}"/>
          </ac:spMkLst>
        </pc:spChg>
        <pc:spChg chg="add mod">
          <ac:chgData name="Craig Alexander" userId="cbab3422-1701-47c9-a4f0-14c0d221c31a" providerId="ADAL" clId="{A21719F9-C56D-1741-83C7-D55810D3BEE0}" dt="2023-08-30T12:30:45.747" v="553" actId="1076"/>
          <ac:spMkLst>
            <pc:docMk/>
            <pc:sldMk cId="3246870684" sldId="572"/>
            <ac:spMk id="4" creationId="{B543BE9E-3B37-D5EC-C25D-D7A044DF3949}"/>
          </ac:spMkLst>
        </pc:spChg>
        <pc:picChg chg="add mod">
          <ac:chgData name="Craig Alexander" userId="cbab3422-1701-47c9-a4f0-14c0d221c31a" providerId="ADAL" clId="{A21719F9-C56D-1741-83C7-D55810D3BEE0}" dt="2023-08-30T12:12:44.876" v="68" actId="1076"/>
          <ac:picMkLst>
            <pc:docMk/>
            <pc:sldMk cId="3246870684" sldId="572"/>
            <ac:picMk id="1026" creationId="{77E5BD1B-39B9-3B20-24BD-54B264FE4839}"/>
          </ac:picMkLst>
        </pc:picChg>
      </pc:sldChg>
      <pc:sldChg chg="del">
        <pc:chgData name="Craig Alexander" userId="cbab3422-1701-47c9-a4f0-14c0d221c31a" providerId="ADAL" clId="{A21719F9-C56D-1741-83C7-D55810D3BEE0}" dt="2023-08-30T13:36:58.348" v="3098" actId="2696"/>
        <pc:sldMkLst>
          <pc:docMk/>
          <pc:sldMk cId="4282323930" sldId="573"/>
        </pc:sldMkLst>
      </pc:sldChg>
      <pc:sldChg chg="delSp modSp add mod">
        <pc:chgData name="Craig Alexander" userId="cbab3422-1701-47c9-a4f0-14c0d221c31a" providerId="ADAL" clId="{A21719F9-C56D-1741-83C7-D55810D3BEE0}" dt="2023-08-30T13:06:37.537" v="1355" actId="20577"/>
        <pc:sldMkLst>
          <pc:docMk/>
          <pc:sldMk cId="2765660820" sldId="574"/>
        </pc:sldMkLst>
        <pc:spChg chg="mod">
          <ac:chgData name="Craig Alexander" userId="cbab3422-1701-47c9-a4f0-14c0d221c31a" providerId="ADAL" clId="{A21719F9-C56D-1741-83C7-D55810D3BEE0}" dt="2023-08-30T13:06:37.537" v="1355" actId="20577"/>
          <ac:spMkLst>
            <pc:docMk/>
            <pc:sldMk cId="2765660820" sldId="574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2:47:46.596" v="1282" actId="20577"/>
          <ac:spMkLst>
            <pc:docMk/>
            <pc:sldMk cId="2765660820" sldId="574"/>
            <ac:spMk id="3" creationId="{2230D8A9-ED04-4EA0-B35C-55F26289616D}"/>
          </ac:spMkLst>
        </pc:spChg>
        <pc:spChg chg="del mod">
          <ac:chgData name="Craig Alexander" userId="cbab3422-1701-47c9-a4f0-14c0d221c31a" providerId="ADAL" clId="{A21719F9-C56D-1741-83C7-D55810D3BEE0}" dt="2023-08-30T12:47:54.709" v="1283" actId="478"/>
          <ac:spMkLst>
            <pc:docMk/>
            <pc:sldMk cId="2765660820" sldId="574"/>
            <ac:spMk id="4" creationId="{B543BE9E-3B37-D5EC-C25D-D7A044DF3949}"/>
          </ac:spMkLst>
        </pc:spChg>
        <pc:picChg chg="del">
          <ac:chgData name="Craig Alexander" userId="cbab3422-1701-47c9-a4f0-14c0d221c31a" providerId="ADAL" clId="{A21719F9-C56D-1741-83C7-D55810D3BEE0}" dt="2023-08-30T12:36:48.010" v="726" actId="478"/>
          <ac:picMkLst>
            <pc:docMk/>
            <pc:sldMk cId="2765660820" sldId="574"/>
            <ac:picMk id="1026" creationId="{77E5BD1B-39B9-3B20-24BD-54B264FE4839}"/>
          </ac:picMkLst>
        </pc:picChg>
      </pc:sldChg>
      <pc:sldChg chg="addSp modSp add mod ord">
        <pc:chgData name="Craig Alexander" userId="cbab3422-1701-47c9-a4f0-14c0d221c31a" providerId="ADAL" clId="{A21719F9-C56D-1741-83C7-D55810D3BEE0}" dt="2023-08-30T15:00:30.012" v="5772" actId="20577"/>
        <pc:sldMkLst>
          <pc:docMk/>
          <pc:sldMk cId="307884208" sldId="575"/>
        </pc:sldMkLst>
        <pc:spChg chg="mod">
          <ac:chgData name="Craig Alexander" userId="cbab3422-1701-47c9-a4f0-14c0d221c31a" providerId="ADAL" clId="{A21719F9-C56D-1741-83C7-D55810D3BEE0}" dt="2023-08-30T13:06:54.599" v="1405" actId="20577"/>
          <ac:spMkLst>
            <pc:docMk/>
            <pc:sldMk cId="307884208" sldId="575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5:00:30.012" v="5772" actId="20577"/>
          <ac:spMkLst>
            <pc:docMk/>
            <pc:sldMk cId="307884208" sldId="575"/>
            <ac:spMk id="3" creationId="{2230D8A9-ED04-4EA0-B35C-55F26289616D}"/>
          </ac:spMkLst>
        </pc:spChg>
        <pc:spChg chg="mod">
          <ac:chgData name="Craig Alexander" userId="cbab3422-1701-47c9-a4f0-14c0d221c31a" providerId="ADAL" clId="{A21719F9-C56D-1741-83C7-D55810D3BEE0}" dt="2023-08-30T13:05:41.365" v="1320" actId="1076"/>
          <ac:spMkLst>
            <pc:docMk/>
            <pc:sldMk cId="307884208" sldId="575"/>
            <ac:spMk id="4" creationId="{B543BE9E-3B37-D5EC-C25D-D7A044DF3949}"/>
          </ac:spMkLst>
        </pc:spChg>
        <pc:picChg chg="add mod">
          <ac:chgData name="Craig Alexander" userId="cbab3422-1701-47c9-a4f0-14c0d221c31a" providerId="ADAL" clId="{A21719F9-C56D-1741-83C7-D55810D3BEE0}" dt="2023-08-30T13:02:22.024" v="1318" actId="1076"/>
          <ac:picMkLst>
            <pc:docMk/>
            <pc:sldMk cId="307884208" sldId="575"/>
            <ac:picMk id="3074" creationId="{B08AE0BE-827E-62CE-5C6B-79C095F15C3E}"/>
          </ac:picMkLst>
        </pc:picChg>
      </pc:sldChg>
      <pc:sldChg chg="modSp add mod">
        <pc:chgData name="Craig Alexander" userId="cbab3422-1701-47c9-a4f0-14c0d221c31a" providerId="ADAL" clId="{A21719F9-C56D-1741-83C7-D55810D3BEE0}" dt="2023-08-30T13:16:49.402" v="2075" actId="20577"/>
        <pc:sldMkLst>
          <pc:docMk/>
          <pc:sldMk cId="1375411628" sldId="576"/>
        </pc:sldMkLst>
        <pc:spChg chg="mod">
          <ac:chgData name="Craig Alexander" userId="cbab3422-1701-47c9-a4f0-14c0d221c31a" providerId="ADAL" clId="{A21719F9-C56D-1741-83C7-D55810D3BEE0}" dt="2023-08-30T13:12:49.797" v="1691" actId="20577"/>
          <ac:spMkLst>
            <pc:docMk/>
            <pc:sldMk cId="1375411628" sldId="576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3:16:49.402" v="2075" actId="20577"/>
          <ac:spMkLst>
            <pc:docMk/>
            <pc:sldMk cId="1375411628" sldId="576"/>
            <ac:spMk id="3" creationId="{2230D8A9-ED04-4EA0-B35C-55F26289616D}"/>
          </ac:spMkLst>
        </pc:spChg>
      </pc:sldChg>
      <pc:sldChg chg="addSp delSp modSp add mod">
        <pc:chgData name="Craig Alexander" userId="cbab3422-1701-47c9-a4f0-14c0d221c31a" providerId="ADAL" clId="{A21719F9-C56D-1741-83C7-D55810D3BEE0}" dt="2023-08-30T13:25:00.309" v="2699" actId="20577"/>
        <pc:sldMkLst>
          <pc:docMk/>
          <pc:sldMk cId="342560847" sldId="577"/>
        </pc:sldMkLst>
        <pc:spChg chg="mod">
          <ac:chgData name="Craig Alexander" userId="cbab3422-1701-47c9-a4f0-14c0d221c31a" providerId="ADAL" clId="{A21719F9-C56D-1741-83C7-D55810D3BEE0}" dt="2023-08-30T13:19:13.270" v="2168" actId="20577"/>
          <ac:spMkLst>
            <pc:docMk/>
            <pc:sldMk cId="342560847" sldId="577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3:25:00.309" v="2699" actId="20577"/>
          <ac:spMkLst>
            <pc:docMk/>
            <pc:sldMk cId="342560847" sldId="577"/>
            <ac:spMk id="3" creationId="{2230D8A9-ED04-4EA0-B35C-55F26289616D}"/>
          </ac:spMkLst>
        </pc:spChg>
        <pc:picChg chg="add del mod">
          <ac:chgData name="Craig Alexander" userId="cbab3422-1701-47c9-a4f0-14c0d221c31a" providerId="ADAL" clId="{A21719F9-C56D-1741-83C7-D55810D3BEE0}" dt="2023-08-30T13:21:24.895" v="2318" actId="478"/>
          <ac:picMkLst>
            <pc:docMk/>
            <pc:sldMk cId="342560847" sldId="577"/>
            <ac:picMk id="4" creationId="{298A6AB9-5A36-E4E4-C7F2-E4B5389C4A8D}"/>
          </ac:picMkLst>
        </pc:picChg>
        <pc:picChg chg="add del mod">
          <ac:chgData name="Craig Alexander" userId="cbab3422-1701-47c9-a4f0-14c0d221c31a" providerId="ADAL" clId="{A21719F9-C56D-1741-83C7-D55810D3BEE0}" dt="2023-08-30T13:22:30.268" v="2322" actId="478"/>
          <ac:picMkLst>
            <pc:docMk/>
            <pc:sldMk cId="342560847" sldId="577"/>
            <ac:picMk id="5" creationId="{C82B5194-048B-027C-D9B6-D5C3A882E48F}"/>
          </ac:picMkLst>
        </pc:picChg>
        <pc:picChg chg="add mod">
          <ac:chgData name="Craig Alexander" userId="cbab3422-1701-47c9-a4f0-14c0d221c31a" providerId="ADAL" clId="{A21719F9-C56D-1741-83C7-D55810D3BEE0}" dt="2023-08-30T13:22:55.370" v="2326" actId="1076"/>
          <ac:picMkLst>
            <pc:docMk/>
            <pc:sldMk cId="342560847" sldId="577"/>
            <ac:picMk id="6" creationId="{84A709B6-9CFF-C95C-28A1-D0B9C00591DC}"/>
          </ac:picMkLst>
        </pc:picChg>
      </pc:sldChg>
      <pc:sldChg chg="addSp delSp modSp add mod">
        <pc:chgData name="Craig Alexander" userId="cbab3422-1701-47c9-a4f0-14c0d221c31a" providerId="ADAL" clId="{A21719F9-C56D-1741-83C7-D55810D3BEE0}" dt="2023-08-30T13:50:20.957" v="4009" actId="1076"/>
        <pc:sldMkLst>
          <pc:docMk/>
          <pc:sldMk cId="4118146289" sldId="578"/>
        </pc:sldMkLst>
        <pc:spChg chg="mod">
          <ac:chgData name="Craig Alexander" userId="cbab3422-1701-47c9-a4f0-14c0d221c31a" providerId="ADAL" clId="{A21719F9-C56D-1741-83C7-D55810D3BEE0}" dt="2023-08-30T13:33:40.115" v="2718" actId="20577"/>
          <ac:spMkLst>
            <pc:docMk/>
            <pc:sldMk cId="4118146289" sldId="578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3:47:19.355" v="3963" actId="14100"/>
          <ac:spMkLst>
            <pc:docMk/>
            <pc:sldMk cId="4118146289" sldId="578"/>
            <ac:spMk id="3" creationId="{2230D8A9-ED04-4EA0-B35C-55F26289616D}"/>
          </ac:spMkLst>
        </pc:spChg>
        <pc:picChg chg="add del mod">
          <ac:chgData name="Craig Alexander" userId="cbab3422-1701-47c9-a4f0-14c0d221c31a" providerId="ADAL" clId="{A21719F9-C56D-1741-83C7-D55810D3BEE0}" dt="2023-08-30T13:37:19.418" v="3117" actId="478"/>
          <ac:picMkLst>
            <pc:docMk/>
            <pc:sldMk cId="4118146289" sldId="578"/>
            <ac:picMk id="4" creationId="{C19DA5E7-5729-C422-2485-DA91D89DF05F}"/>
          </ac:picMkLst>
        </pc:picChg>
        <pc:picChg chg="add del mod">
          <ac:chgData name="Craig Alexander" userId="cbab3422-1701-47c9-a4f0-14c0d221c31a" providerId="ADAL" clId="{A21719F9-C56D-1741-83C7-D55810D3BEE0}" dt="2023-08-30T13:47:02.274" v="3955"/>
          <ac:picMkLst>
            <pc:docMk/>
            <pc:sldMk cId="4118146289" sldId="578"/>
            <ac:picMk id="5" creationId="{57DCE35D-5243-1736-C133-DB1A2A680BD4}"/>
          </ac:picMkLst>
        </pc:picChg>
        <pc:picChg chg="add mod">
          <ac:chgData name="Craig Alexander" userId="cbab3422-1701-47c9-a4f0-14c0d221c31a" providerId="ADAL" clId="{A21719F9-C56D-1741-83C7-D55810D3BEE0}" dt="2023-08-30T13:50:20.957" v="4009" actId="1076"/>
          <ac:picMkLst>
            <pc:docMk/>
            <pc:sldMk cId="4118146289" sldId="578"/>
            <ac:picMk id="6" creationId="{29A99137-562A-237F-61A2-2B6209066A25}"/>
          </ac:picMkLst>
        </pc:picChg>
      </pc:sldChg>
      <pc:sldChg chg="addSp delSp modSp add mod ord">
        <pc:chgData name="Craig Alexander" userId="cbab3422-1701-47c9-a4f0-14c0d221c31a" providerId="ADAL" clId="{A21719F9-C56D-1741-83C7-D55810D3BEE0}" dt="2023-08-30T14:14:05.124" v="5694" actId="33524"/>
        <pc:sldMkLst>
          <pc:docMk/>
          <pc:sldMk cId="258232726" sldId="579"/>
        </pc:sldMkLst>
        <pc:spChg chg="mod">
          <ac:chgData name="Craig Alexander" userId="cbab3422-1701-47c9-a4f0-14c0d221c31a" providerId="ADAL" clId="{A21719F9-C56D-1741-83C7-D55810D3BEE0}" dt="2023-08-30T13:37:15.503" v="3115" actId="20577"/>
          <ac:spMkLst>
            <pc:docMk/>
            <pc:sldMk cId="258232726" sldId="579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4:14:05.124" v="5694" actId="33524"/>
          <ac:spMkLst>
            <pc:docMk/>
            <pc:sldMk cId="258232726" sldId="579"/>
            <ac:spMk id="3" creationId="{2230D8A9-ED04-4EA0-B35C-55F26289616D}"/>
          </ac:spMkLst>
        </pc:spChg>
        <pc:picChg chg="del">
          <ac:chgData name="Craig Alexander" userId="cbab3422-1701-47c9-a4f0-14c0d221c31a" providerId="ADAL" clId="{A21719F9-C56D-1741-83C7-D55810D3BEE0}" dt="2023-08-30T13:37:16.912" v="3116" actId="478"/>
          <ac:picMkLst>
            <pc:docMk/>
            <pc:sldMk cId="258232726" sldId="579"/>
            <ac:picMk id="4" creationId="{C19DA5E7-5729-C422-2485-DA91D89DF05F}"/>
          </ac:picMkLst>
        </pc:picChg>
        <pc:picChg chg="add mod">
          <ac:chgData name="Craig Alexander" userId="cbab3422-1701-47c9-a4f0-14c0d221c31a" providerId="ADAL" clId="{A21719F9-C56D-1741-83C7-D55810D3BEE0}" dt="2023-08-30T13:50:06.854" v="4006" actId="1076"/>
          <ac:picMkLst>
            <pc:docMk/>
            <pc:sldMk cId="258232726" sldId="579"/>
            <ac:picMk id="7170" creationId="{A4CF6C26-4BFB-A710-EA74-CBBBA77DEE29}"/>
          </ac:picMkLst>
        </pc:picChg>
      </pc:sldChg>
      <pc:sldChg chg="delSp modSp add del mod">
        <pc:chgData name="Craig Alexander" userId="cbab3422-1701-47c9-a4f0-14c0d221c31a" providerId="ADAL" clId="{A21719F9-C56D-1741-83C7-D55810D3BEE0}" dt="2023-08-30T13:49:42.795" v="4003" actId="2696"/>
        <pc:sldMkLst>
          <pc:docMk/>
          <pc:sldMk cId="3010402644" sldId="580"/>
        </pc:sldMkLst>
        <pc:spChg chg="mod">
          <ac:chgData name="Craig Alexander" userId="cbab3422-1701-47c9-a4f0-14c0d221c31a" providerId="ADAL" clId="{A21719F9-C56D-1741-83C7-D55810D3BEE0}" dt="2023-08-30T13:41:48.742" v="3547" actId="20577"/>
          <ac:spMkLst>
            <pc:docMk/>
            <pc:sldMk cId="3010402644" sldId="580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3:47:51.258" v="3977" actId="20577"/>
          <ac:spMkLst>
            <pc:docMk/>
            <pc:sldMk cId="3010402644" sldId="580"/>
            <ac:spMk id="3" creationId="{2230D8A9-ED04-4EA0-B35C-55F26289616D}"/>
          </ac:spMkLst>
        </pc:spChg>
        <pc:spChg chg="del">
          <ac:chgData name="Craig Alexander" userId="cbab3422-1701-47c9-a4f0-14c0d221c31a" providerId="ADAL" clId="{A21719F9-C56D-1741-83C7-D55810D3BEE0}" dt="2023-08-30T13:41:55.367" v="3549" actId="478"/>
          <ac:spMkLst>
            <pc:docMk/>
            <pc:sldMk cId="3010402644" sldId="580"/>
            <ac:spMk id="4" creationId="{B543BE9E-3B37-D5EC-C25D-D7A044DF3949}"/>
          </ac:spMkLst>
        </pc:spChg>
        <pc:picChg chg="del">
          <ac:chgData name="Craig Alexander" userId="cbab3422-1701-47c9-a4f0-14c0d221c31a" providerId="ADAL" clId="{A21719F9-C56D-1741-83C7-D55810D3BEE0}" dt="2023-08-30T13:41:51.358" v="3548" actId="478"/>
          <ac:picMkLst>
            <pc:docMk/>
            <pc:sldMk cId="3010402644" sldId="580"/>
            <ac:picMk id="3074" creationId="{B08AE0BE-827E-62CE-5C6B-79C095F15C3E}"/>
          </ac:picMkLst>
        </pc:picChg>
      </pc:sldChg>
      <pc:sldChg chg="delSp modSp add mod">
        <pc:chgData name="Craig Alexander" userId="cbab3422-1701-47c9-a4f0-14c0d221c31a" providerId="ADAL" clId="{A21719F9-C56D-1741-83C7-D55810D3BEE0}" dt="2023-08-30T13:49:38.654" v="4002" actId="255"/>
        <pc:sldMkLst>
          <pc:docMk/>
          <pc:sldMk cId="2326906526" sldId="581"/>
        </pc:sldMkLst>
        <pc:spChg chg="mod">
          <ac:chgData name="Craig Alexander" userId="cbab3422-1701-47c9-a4f0-14c0d221c31a" providerId="ADAL" clId="{A21719F9-C56D-1741-83C7-D55810D3BEE0}" dt="2023-08-30T13:49:05.958" v="3995" actId="20577"/>
          <ac:spMkLst>
            <pc:docMk/>
            <pc:sldMk cId="2326906526" sldId="581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3:49:38.654" v="4002" actId="255"/>
          <ac:spMkLst>
            <pc:docMk/>
            <pc:sldMk cId="2326906526" sldId="581"/>
            <ac:spMk id="3" creationId="{2230D8A9-ED04-4EA0-B35C-55F26289616D}"/>
          </ac:spMkLst>
        </pc:spChg>
        <pc:spChg chg="del">
          <ac:chgData name="Craig Alexander" userId="cbab3422-1701-47c9-a4f0-14c0d221c31a" providerId="ADAL" clId="{A21719F9-C56D-1741-83C7-D55810D3BEE0}" dt="2023-08-30T13:49:10.429" v="3997" actId="478"/>
          <ac:spMkLst>
            <pc:docMk/>
            <pc:sldMk cId="2326906526" sldId="581"/>
            <ac:spMk id="4" creationId="{B543BE9E-3B37-D5EC-C25D-D7A044DF3949}"/>
          </ac:spMkLst>
        </pc:spChg>
        <pc:picChg chg="del">
          <ac:chgData name="Craig Alexander" userId="cbab3422-1701-47c9-a4f0-14c0d221c31a" providerId="ADAL" clId="{A21719F9-C56D-1741-83C7-D55810D3BEE0}" dt="2023-08-30T13:49:07.520" v="3996" actId="478"/>
          <ac:picMkLst>
            <pc:docMk/>
            <pc:sldMk cId="2326906526" sldId="581"/>
            <ac:picMk id="3074" creationId="{B08AE0BE-827E-62CE-5C6B-79C095F15C3E}"/>
          </ac:picMkLst>
        </pc:picChg>
      </pc:sldChg>
      <pc:sldChg chg="addSp delSp modSp add mod">
        <pc:chgData name="Craig Alexander" userId="cbab3422-1701-47c9-a4f0-14c0d221c31a" providerId="ADAL" clId="{A21719F9-C56D-1741-83C7-D55810D3BEE0}" dt="2023-08-30T13:56:00.982" v="4326" actId="33524"/>
        <pc:sldMkLst>
          <pc:docMk/>
          <pc:sldMk cId="2318472811" sldId="582"/>
        </pc:sldMkLst>
        <pc:spChg chg="mod">
          <ac:chgData name="Craig Alexander" userId="cbab3422-1701-47c9-a4f0-14c0d221c31a" providerId="ADAL" clId="{A21719F9-C56D-1741-83C7-D55810D3BEE0}" dt="2023-08-30T13:50:47.288" v="4032" actId="20577"/>
          <ac:spMkLst>
            <pc:docMk/>
            <pc:sldMk cId="2318472811" sldId="582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3:56:00.982" v="4326" actId="33524"/>
          <ac:spMkLst>
            <pc:docMk/>
            <pc:sldMk cId="2318472811" sldId="582"/>
            <ac:spMk id="3" creationId="{2230D8A9-ED04-4EA0-B35C-55F26289616D}"/>
          </ac:spMkLst>
        </pc:spChg>
        <pc:spChg chg="add mod">
          <ac:chgData name="Craig Alexander" userId="cbab3422-1701-47c9-a4f0-14c0d221c31a" providerId="ADAL" clId="{A21719F9-C56D-1741-83C7-D55810D3BEE0}" dt="2023-08-30T13:55:51.958" v="4325" actId="255"/>
          <ac:spMkLst>
            <pc:docMk/>
            <pc:sldMk cId="2318472811" sldId="582"/>
            <ac:spMk id="5" creationId="{0287E8B6-1560-638E-4CCE-E19FADE5354C}"/>
          </ac:spMkLst>
        </pc:spChg>
        <pc:picChg chg="add mod">
          <ac:chgData name="Craig Alexander" userId="cbab3422-1701-47c9-a4f0-14c0d221c31a" providerId="ADAL" clId="{A21719F9-C56D-1741-83C7-D55810D3BEE0}" dt="2023-08-30T13:52:25.011" v="4042" actId="1076"/>
          <ac:picMkLst>
            <pc:docMk/>
            <pc:sldMk cId="2318472811" sldId="582"/>
            <ac:picMk id="4" creationId="{F36966EA-B331-DB07-8DBF-FB60F65C6FB6}"/>
          </ac:picMkLst>
        </pc:picChg>
        <pc:picChg chg="del">
          <ac:chgData name="Craig Alexander" userId="cbab3422-1701-47c9-a4f0-14c0d221c31a" providerId="ADAL" clId="{A21719F9-C56D-1741-83C7-D55810D3BEE0}" dt="2023-08-30T13:50:49.749" v="4033" actId="478"/>
          <ac:picMkLst>
            <pc:docMk/>
            <pc:sldMk cId="2318472811" sldId="582"/>
            <ac:picMk id="6" creationId="{29A99137-562A-237F-61A2-2B6209066A25}"/>
          </ac:picMkLst>
        </pc:picChg>
      </pc:sldChg>
      <pc:sldChg chg="delSp modSp add mod">
        <pc:chgData name="Craig Alexander" userId="cbab3422-1701-47c9-a4f0-14c0d221c31a" providerId="ADAL" clId="{A21719F9-C56D-1741-83C7-D55810D3BEE0}" dt="2023-08-30T14:02:20.175" v="4785" actId="20577"/>
        <pc:sldMkLst>
          <pc:docMk/>
          <pc:sldMk cId="3287797547" sldId="583"/>
        </pc:sldMkLst>
        <pc:spChg chg="mod">
          <ac:chgData name="Craig Alexander" userId="cbab3422-1701-47c9-a4f0-14c0d221c31a" providerId="ADAL" clId="{A21719F9-C56D-1741-83C7-D55810D3BEE0}" dt="2023-08-30T13:57:39.129" v="4340" actId="20577"/>
          <ac:spMkLst>
            <pc:docMk/>
            <pc:sldMk cId="3287797547" sldId="583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4:02:20.175" v="4785" actId="20577"/>
          <ac:spMkLst>
            <pc:docMk/>
            <pc:sldMk cId="3287797547" sldId="583"/>
            <ac:spMk id="3" creationId="{2230D8A9-ED04-4EA0-B35C-55F26289616D}"/>
          </ac:spMkLst>
        </pc:spChg>
        <pc:spChg chg="del">
          <ac:chgData name="Craig Alexander" userId="cbab3422-1701-47c9-a4f0-14c0d221c31a" providerId="ADAL" clId="{A21719F9-C56D-1741-83C7-D55810D3BEE0}" dt="2023-08-30T13:57:43.705" v="4341" actId="478"/>
          <ac:spMkLst>
            <pc:docMk/>
            <pc:sldMk cId="3287797547" sldId="583"/>
            <ac:spMk id="5" creationId="{0287E8B6-1560-638E-4CCE-E19FADE5354C}"/>
          </ac:spMkLst>
        </pc:spChg>
        <pc:picChg chg="del">
          <ac:chgData name="Craig Alexander" userId="cbab3422-1701-47c9-a4f0-14c0d221c31a" providerId="ADAL" clId="{A21719F9-C56D-1741-83C7-D55810D3BEE0}" dt="2023-08-30T13:56:17.991" v="4328" actId="478"/>
          <ac:picMkLst>
            <pc:docMk/>
            <pc:sldMk cId="3287797547" sldId="583"/>
            <ac:picMk id="4" creationId="{F36966EA-B331-DB07-8DBF-FB60F65C6FB6}"/>
          </ac:picMkLst>
        </pc:picChg>
      </pc:sldChg>
      <pc:sldChg chg="modSp add mod">
        <pc:chgData name="Craig Alexander" userId="cbab3422-1701-47c9-a4f0-14c0d221c31a" providerId="ADAL" clId="{A21719F9-C56D-1741-83C7-D55810D3BEE0}" dt="2023-08-30T14:09:17.502" v="5355" actId="20577"/>
        <pc:sldMkLst>
          <pc:docMk/>
          <pc:sldMk cId="307395189" sldId="584"/>
        </pc:sldMkLst>
        <pc:spChg chg="mod">
          <ac:chgData name="Craig Alexander" userId="cbab3422-1701-47c9-a4f0-14c0d221c31a" providerId="ADAL" clId="{A21719F9-C56D-1741-83C7-D55810D3BEE0}" dt="2023-08-30T14:02:42.008" v="4851" actId="20577"/>
          <ac:spMkLst>
            <pc:docMk/>
            <pc:sldMk cId="307395189" sldId="584"/>
            <ac:spMk id="2" creationId="{A51CEA03-2C81-472E-8BE8-15578A4B9A62}"/>
          </ac:spMkLst>
        </pc:spChg>
        <pc:spChg chg="mod">
          <ac:chgData name="Craig Alexander" userId="cbab3422-1701-47c9-a4f0-14c0d221c31a" providerId="ADAL" clId="{A21719F9-C56D-1741-83C7-D55810D3BEE0}" dt="2023-08-30T14:09:17.502" v="5355" actId="20577"/>
          <ac:spMkLst>
            <pc:docMk/>
            <pc:sldMk cId="307395189" sldId="584"/>
            <ac:spMk id="3" creationId="{2230D8A9-ED04-4EA0-B35C-55F26289616D}"/>
          </ac:spMkLst>
        </pc:spChg>
      </pc:sldChg>
      <pc:sldChg chg="addSp modSp add mod">
        <pc:chgData name="Craig Alexander" userId="cbab3422-1701-47c9-a4f0-14c0d221c31a" providerId="ADAL" clId="{A21719F9-C56D-1741-83C7-D55810D3BEE0}" dt="2023-08-30T15:04:35.445" v="5774" actId="20577"/>
        <pc:sldMkLst>
          <pc:docMk/>
          <pc:sldMk cId="2296006099" sldId="585"/>
        </pc:sldMkLst>
        <pc:spChg chg="mod">
          <ac:chgData name="Craig Alexander" userId="cbab3422-1701-47c9-a4f0-14c0d221c31a" providerId="ADAL" clId="{A21719F9-C56D-1741-83C7-D55810D3BEE0}" dt="2023-08-30T15:04:35.445" v="5774" actId="20577"/>
          <ac:spMkLst>
            <pc:docMk/>
            <pc:sldMk cId="2296006099" sldId="585"/>
            <ac:spMk id="3" creationId="{2230D8A9-ED04-4EA0-B35C-55F26289616D}"/>
          </ac:spMkLst>
        </pc:spChg>
        <pc:spChg chg="add mod">
          <ac:chgData name="Craig Alexander" userId="cbab3422-1701-47c9-a4f0-14c0d221c31a" providerId="ADAL" clId="{A21719F9-C56D-1741-83C7-D55810D3BEE0}" dt="2023-08-30T14:13:20.581" v="5659"/>
          <ac:spMkLst>
            <pc:docMk/>
            <pc:sldMk cId="2296006099" sldId="585"/>
            <ac:spMk id="4" creationId="{E5035159-8A50-3C31-EA6D-47008B3C9C59}"/>
          </ac:spMkLst>
        </pc:spChg>
        <pc:picChg chg="add mod">
          <ac:chgData name="Craig Alexander" userId="cbab3422-1701-47c9-a4f0-14c0d221c31a" providerId="ADAL" clId="{A21719F9-C56D-1741-83C7-D55810D3BEE0}" dt="2023-08-30T14:12:25.391" v="5652" actId="1076"/>
          <ac:picMkLst>
            <pc:docMk/>
            <pc:sldMk cId="2296006099" sldId="585"/>
            <ac:picMk id="13314" creationId="{0C739E7D-D35D-953A-AA6D-3D58FE60CBC0}"/>
          </ac:picMkLst>
        </pc:picChg>
      </pc:sldChg>
    </pc:docChg>
  </pc:docChgLst>
  <pc:docChgLst>
    <pc:chgData name="Craig Alexander" userId="cbab3422-1701-47c9-a4f0-14c0d221c31a" providerId="ADAL" clId="{0C2CF798-AB7D-9549-9EEC-811695D55866}"/>
    <pc:docChg chg="undo custSel addSld delSld modSld">
      <pc:chgData name="Craig Alexander" userId="cbab3422-1701-47c9-a4f0-14c0d221c31a" providerId="ADAL" clId="{0C2CF798-AB7D-9549-9EEC-811695D55866}" dt="2023-08-21T16:37:34.109" v="349" actId="1076"/>
      <pc:docMkLst>
        <pc:docMk/>
      </pc:docMkLst>
      <pc:sldChg chg="addSp delSp modSp mod">
        <pc:chgData name="Craig Alexander" userId="cbab3422-1701-47c9-a4f0-14c0d221c31a" providerId="ADAL" clId="{0C2CF798-AB7D-9549-9EEC-811695D55866}" dt="2023-08-21T14:00:19.663" v="164" actId="14100"/>
        <pc:sldMkLst>
          <pc:docMk/>
          <pc:sldMk cId="4244171547" sldId="256"/>
        </pc:sldMkLst>
        <pc:spChg chg="mod">
          <ac:chgData name="Craig Alexander" userId="cbab3422-1701-47c9-a4f0-14c0d221c31a" providerId="ADAL" clId="{0C2CF798-AB7D-9549-9EEC-811695D55866}" dt="2023-08-21T13:51:05.095" v="36" actId="20577"/>
          <ac:spMkLst>
            <pc:docMk/>
            <pc:sldMk cId="4244171547" sldId="256"/>
            <ac:spMk id="2" creationId="{00000000-0000-0000-0000-000000000000}"/>
          </ac:spMkLst>
        </pc:spChg>
        <pc:spChg chg="mod">
          <ac:chgData name="Craig Alexander" userId="cbab3422-1701-47c9-a4f0-14c0d221c31a" providerId="ADAL" clId="{0C2CF798-AB7D-9549-9EEC-811695D55866}" dt="2023-08-21T13:55:06.545" v="116" actId="20577"/>
          <ac:spMkLst>
            <pc:docMk/>
            <pc:sldMk cId="4244171547" sldId="256"/>
            <ac:spMk id="3" creationId="{00000000-0000-0000-0000-000000000000}"/>
          </ac:spMkLst>
        </pc:spChg>
        <pc:spChg chg="add del">
          <ac:chgData name="Craig Alexander" userId="cbab3422-1701-47c9-a4f0-14c0d221c31a" providerId="ADAL" clId="{0C2CF798-AB7D-9549-9EEC-811695D55866}" dt="2023-08-21T13:58:18.376" v="118" actId="22"/>
          <ac:spMkLst>
            <pc:docMk/>
            <pc:sldMk cId="4244171547" sldId="256"/>
            <ac:spMk id="5" creationId="{D1FCB118-6331-A589-70F3-E7BB8F09A78D}"/>
          </ac:spMkLst>
        </pc:spChg>
        <pc:spChg chg="add del">
          <ac:chgData name="Craig Alexander" userId="cbab3422-1701-47c9-a4f0-14c0d221c31a" providerId="ADAL" clId="{0C2CF798-AB7D-9549-9EEC-811695D55866}" dt="2023-08-21T13:58:29.130" v="120" actId="22"/>
          <ac:spMkLst>
            <pc:docMk/>
            <pc:sldMk cId="4244171547" sldId="256"/>
            <ac:spMk id="8" creationId="{32FADE18-2585-EE29-43B1-2C03F66CDA5E}"/>
          </ac:spMkLst>
        </pc:spChg>
        <pc:spChg chg="add mod">
          <ac:chgData name="Craig Alexander" userId="cbab3422-1701-47c9-a4f0-14c0d221c31a" providerId="ADAL" clId="{0C2CF798-AB7D-9549-9EEC-811695D55866}" dt="2023-08-21T13:59:14.128" v="143" actId="20577"/>
          <ac:spMkLst>
            <pc:docMk/>
            <pc:sldMk cId="4244171547" sldId="256"/>
            <ac:spMk id="9" creationId="{594142B3-03ED-743D-1767-8648BBFAFC27}"/>
          </ac:spMkLst>
        </pc:spChg>
        <pc:picChg chg="mod">
          <ac:chgData name="Craig Alexander" userId="cbab3422-1701-47c9-a4f0-14c0d221c31a" providerId="ADAL" clId="{0C2CF798-AB7D-9549-9EEC-811695D55866}" dt="2023-08-21T13:59:47.576" v="158" actId="1076"/>
          <ac:picMkLst>
            <pc:docMk/>
            <pc:sldMk cId="4244171547" sldId="256"/>
            <ac:picMk id="6" creationId="{E1048C9E-FD83-5065-AB12-61A24A125814}"/>
          </ac:picMkLst>
        </pc:picChg>
        <pc:picChg chg="add mod">
          <ac:chgData name="Craig Alexander" userId="cbab3422-1701-47c9-a4f0-14c0d221c31a" providerId="ADAL" clId="{0C2CF798-AB7D-9549-9EEC-811695D55866}" dt="2023-08-21T14:00:19.663" v="164" actId="14100"/>
          <ac:picMkLst>
            <pc:docMk/>
            <pc:sldMk cId="4244171547" sldId="256"/>
            <ac:picMk id="10" creationId="{16364DE0-FA8B-837C-C44D-713E97729453}"/>
          </ac:picMkLst>
        </pc:picChg>
        <pc:picChg chg="add del mod">
          <ac:chgData name="Craig Alexander" userId="cbab3422-1701-47c9-a4f0-14c0d221c31a" providerId="ADAL" clId="{0C2CF798-AB7D-9549-9EEC-811695D55866}" dt="2023-08-21T13:59:36.344" v="151"/>
          <ac:picMkLst>
            <pc:docMk/>
            <pc:sldMk cId="4244171547" sldId="256"/>
            <ac:picMk id="1026" creationId="{09CC60B1-5E30-0BC2-4444-AA6930F1B0EA}"/>
          </ac:picMkLst>
        </pc:picChg>
        <pc:picChg chg="add del mod">
          <ac:chgData name="Craig Alexander" userId="cbab3422-1701-47c9-a4f0-14c0d221c31a" providerId="ADAL" clId="{0C2CF798-AB7D-9549-9EEC-811695D55866}" dt="2023-08-21T13:59:47.981" v="159"/>
          <ac:picMkLst>
            <pc:docMk/>
            <pc:sldMk cId="4244171547" sldId="256"/>
            <ac:picMk id="1028" creationId="{5051D769-CF55-4224-7F2C-D2304491BC11}"/>
          </ac:picMkLst>
        </pc:picChg>
      </pc:sldChg>
      <pc:sldChg chg="addSp modSp mod">
        <pc:chgData name="Craig Alexander" userId="cbab3422-1701-47c9-a4f0-14c0d221c31a" providerId="ADAL" clId="{0C2CF798-AB7D-9549-9EEC-811695D55866}" dt="2023-08-21T16:35:25.616" v="297" actId="207"/>
        <pc:sldMkLst>
          <pc:docMk/>
          <pc:sldMk cId="3006378702" sldId="273"/>
        </pc:sldMkLst>
        <pc:spChg chg="mod">
          <ac:chgData name="Craig Alexander" userId="cbab3422-1701-47c9-a4f0-14c0d221c31a" providerId="ADAL" clId="{0C2CF798-AB7D-9549-9EEC-811695D55866}" dt="2023-08-21T16:34:02.130" v="206" actId="14100"/>
          <ac:spMkLst>
            <pc:docMk/>
            <pc:sldMk cId="3006378702" sldId="273"/>
            <ac:spMk id="2" creationId="{72C03AA1-5E47-2841-A2C0-74489FA31DDB}"/>
          </ac:spMkLst>
        </pc:spChg>
        <pc:spChg chg="add mod">
          <ac:chgData name="Craig Alexander" userId="cbab3422-1701-47c9-a4f0-14c0d221c31a" providerId="ADAL" clId="{0C2CF798-AB7D-9549-9EEC-811695D55866}" dt="2023-08-21T16:35:25.616" v="297" actId="207"/>
          <ac:spMkLst>
            <pc:docMk/>
            <pc:sldMk cId="3006378702" sldId="273"/>
            <ac:spMk id="3" creationId="{F4F08FB0-7FF9-C341-9698-C6804496990A}"/>
          </ac:spMkLst>
        </pc:spChg>
      </pc:sldChg>
      <pc:sldChg chg="del">
        <pc:chgData name="Craig Alexander" userId="cbab3422-1701-47c9-a4f0-14c0d221c31a" providerId="ADAL" clId="{0C2CF798-AB7D-9549-9EEC-811695D55866}" dt="2023-08-21T16:23:00.318" v="166" actId="2696"/>
        <pc:sldMkLst>
          <pc:docMk/>
          <pc:sldMk cId="2427181910" sldId="447"/>
        </pc:sldMkLst>
      </pc:sldChg>
      <pc:sldChg chg="addSp delSp mod">
        <pc:chgData name="Craig Alexander" userId="cbab3422-1701-47c9-a4f0-14c0d221c31a" providerId="ADAL" clId="{0C2CF798-AB7D-9549-9EEC-811695D55866}" dt="2023-08-21T16:36:18.845" v="300" actId="478"/>
        <pc:sldMkLst>
          <pc:docMk/>
          <pc:sldMk cId="2897186110" sldId="488"/>
        </pc:sldMkLst>
        <pc:picChg chg="add del">
          <ac:chgData name="Craig Alexander" userId="cbab3422-1701-47c9-a4f0-14c0d221c31a" providerId="ADAL" clId="{0C2CF798-AB7D-9549-9EEC-811695D55866}" dt="2023-08-21T16:36:18.845" v="300" actId="478"/>
          <ac:picMkLst>
            <pc:docMk/>
            <pc:sldMk cId="2897186110" sldId="488"/>
            <ac:picMk id="3" creationId="{3A3E6DAB-1286-8159-71BD-AF6B6CFCA761}"/>
          </ac:picMkLst>
        </pc:picChg>
      </pc:sldChg>
      <pc:sldChg chg="del">
        <pc:chgData name="Craig Alexander" userId="cbab3422-1701-47c9-a4f0-14c0d221c31a" providerId="ADAL" clId="{0C2CF798-AB7D-9549-9EEC-811695D55866}" dt="2023-08-21T16:35:39.284" v="298" actId="2696"/>
        <pc:sldMkLst>
          <pc:docMk/>
          <pc:sldMk cId="1516134597" sldId="489"/>
        </pc:sldMkLst>
      </pc:sldChg>
      <pc:sldChg chg="del">
        <pc:chgData name="Craig Alexander" userId="cbab3422-1701-47c9-a4f0-14c0d221c31a" providerId="ADAL" clId="{0C2CF798-AB7D-9549-9EEC-811695D55866}" dt="2023-08-21T13:50:41.507" v="0" actId="2696"/>
        <pc:sldMkLst>
          <pc:docMk/>
          <pc:sldMk cId="3326717894" sldId="492"/>
        </pc:sldMkLst>
      </pc:sldChg>
      <pc:sldChg chg="delSp modSp add mod delAnim modAnim">
        <pc:chgData name="Craig Alexander" userId="cbab3422-1701-47c9-a4f0-14c0d221c31a" providerId="ADAL" clId="{0C2CF798-AB7D-9549-9EEC-811695D55866}" dt="2023-08-21T16:37:34.109" v="349" actId="1076"/>
        <pc:sldMkLst>
          <pc:docMk/>
          <pc:sldMk cId="3246870684" sldId="572"/>
        </pc:sldMkLst>
        <pc:spChg chg="mod">
          <ac:chgData name="Craig Alexander" userId="cbab3422-1701-47c9-a4f0-14c0d221c31a" providerId="ADAL" clId="{0C2CF798-AB7D-9549-9EEC-811695D55866}" dt="2023-08-21T16:37:34.109" v="349" actId="1076"/>
          <ac:spMkLst>
            <pc:docMk/>
            <pc:sldMk cId="3246870684" sldId="572"/>
            <ac:spMk id="2" creationId="{A51CEA03-2C81-472E-8BE8-15578A4B9A62}"/>
          </ac:spMkLst>
        </pc:spChg>
        <pc:spChg chg="mod">
          <ac:chgData name="Craig Alexander" userId="cbab3422-1701-47c9-a4f0-14c0d221c31a" providerId="ADAL" clId="{0C2CF798-AB7D-9549-9EEC-811695D55866}" dt="2023-08-21T16:37:02.324" v="315" actId="1076"/>
          <ac:spMkLst>
            <pc:docMk/>
            <pc:sldMk cId="3246870684" sldId="572"/>
            <ac:spMk id="3" creationId="{2230D8A9-ED04-4EA0-B35C-55F26289616D}"/>
          </ac:spMkLst>
        </pc:spChg>
        <pc:picChg chg="del">
          <ac:chgData name="Craig Alexander" userId="cbab3422-1701-47c9-a4f0-14c0d221c31a" providerId="ADAL" clId="{0C2CF798-AB7D-9549-9EEC-811695D55866}" dt="2023-08-21T16:37:30.962" v="348" actId="478"/>
          <ac:picMkLst>
            <pc:docMk/>
            <pc:sldMk cId="3246870684" sldId="572"/>
            <ac:picMk id="5" creationId="{3B417457-50C6-401C-ABE0-55F6A9FD5027}"/>
          </ac:picMkLst>
        </pc:picChg>
        <pc:picChg chg="del">
          <ac:chgData name="Craig Alexander" userId="cbab3422-1701-47c9-a4f0-14c0d221c31a" providerId="ADAL" clId="{0C2CF798-AB7D-9549-9EEC-811695D55866}" dt="2023-08-21T16:36:57.512" v="312" actId="478"/>
          <ac:picMkLst>
            <pc:docMk/>
            <pc:sldMk cId="3246870684" sldId="572"/>
            <ac:picMk id="6" creationId="{3554B120-1956-4398-A315-5D9DDE6829F7}"/>
          </ac:picMkLst>
        </pc:picChg>
        <pc:picChg chg="mod">
          <ac:chgData name="Craig Alexander" userId="cbab3422-1701-47c9-a4f0-14c0d221c31a" providerId="ADAL" clId="{0C2CF798-AB7D-9549-9EEC-811695D55866}" dt="2023-08-21T16:36:40.006" v="304" actId="1076"/>
          <ac:picMkLst>
            <pc:docMk/>
            <pc:sldMk cId="3246870684" sldId="572"/>
            <ac:picMk id="7" creationId="{CADA25D1-FEC2-43C3-8B69-83B8D8FD9699}"/>
          </ac:picMkLst>
        </pc:picChg>
        <pc:picChg chg="del">
          <ac:chgData name="Craig Alexander" userId="cbab3422-1701-47c9-a4f0-14c0d221c31a" providerId="ADAL" clId="{0C2CF798-AB7D-9549-9EEC-811695D55866}" dt="2023-08-21T16:36:58.256" v="313" actId="478"/>
          <ac:picMkLst>
            <pc:docMk/>
            <pc:sldMk cId="3246870684" sldId="572"/>
            <ac:picMk id="8" creationId="{6097E469-2A34-4A1D-80D2-2315D1DE67D8}"/>
          </ac:picMkLst>
        </pc:picChg>
        <pc:picChg chg="del">
          <ac:chgData name="Craig Alexander" userId="cbab3422-1701-47c9-a4f0-14c0d221c31a" providerId="ADAL" clId="{0C2CF798-AB7D-9549-9EEC-811695D55866}" dt="2023-08-21T16:36:58.671" v="314" actId="478"/>
          <ac:picMkLst>
            <pc:docMk/>
            <pc:sldMk cId="3246870684" sldId="572"/>
            <ac:picMk id="9" creationId="{B280882C-542C-4240-A958-51C6D132E224}"/>
          </ac:picMkLst>
        </pc:picChg>
      </pc:sldChg>
      <pc:sldChg chg="modSp add mod">
        <pc:chgData name="Craig Alexander" userId="cbab3422-1701-47c9-a4f0-14c0d221c31a" providerId="ADAL" clId="{0C2CF798-AB7D-9549-9EEC-811695D55866}" dt="2023-08-21T16:23:14.062" v="169" actId="1076"/>
        <pc:sldMkLst>
          <pc:docMk/>
          <pc:sldMk cId="874673588" sldId="588"/>
        </pc:sldMkLst>
        <pc:spChg chg="mod">
          <ac:chgData name="Craig Alexander" userId="cbab3422-1701-47c9-a4f0-14c0d221c31a" providerId="ADAL" clId="{0C2CF798-AB7D-9549-9EEC-811695D55866}" dt="2023-08-21T16:23:14.062" v="169" actId="1076"/>
          <ac:spMkLst>
            <pc:docMk/>
            <pc:sldMk cId="874673588" sldId="588"/>
            <ac:spMk id="469" creationId="{00000000-0000-0000-0000-000000000000}"/>
          </ac:spMkLst>
        </pc:spChg>
      </pc:sldChg>
    </pc:docChg>
  </pc:docChgLst>
  <pc:docChgLst>
    <pc:chgData name="Craig Alexander" userId="cbab3422-1701-47c9-a4f0-14c0d221c31a" providerId="ADAL" clId="{CBB3F2A3-F28E-BB48-B64C-BBCF1DC49A44}"/>
    <pc:docChg chg="undo redo custSel addSld delSld modSld sldOrd">
      <pc:chgData name="Craig Alexander" userId="cbab3422-1701-47c9-a4f0-14c0d221c31a" providerId="ADAL" clId="{CBB3F2A3-F28E-BB48-B64C-BBCF1DC49A44}" dt="2023-08-31T16:17:15.609" v="1865" actId="1076"/>
      <pc:docMkLst>
        <pc:docMk/>
      </pc:docMkLst>
      <pc:sldChg chg="delSp modSp mod">
        <pc:chgData name="Craig Alexander" userId="cbab3422-1701-47c9-a4f0-14c0d221c31a" providerId="ADAL" clId="{CBB3F2A3-F28E-BB48-B64C-BBCF1DC49A44}" dt="2023-08-29T15:20:34.547" v="81" actId="20577"/>
        <pc:sldMkLst>
          <pc:docMk/>
          <pc:sldMk cId="4244171547" sldId="256"/>
        </pc:sldMkLst>
        <pc:spChg chg="mod">
          <ac:chgData name="Craig Alexander" userId="cbab3422-1701-47c9-a4f0-14c0d221c31a" providerId="ADAL" clId="{CBB3F2A3-F28E-BB48-B64C-BBCF1DC49A44}" dt="2023-08-29T15:20:34.547" v="81" actId="20577"/>
          <ac:spMkLst>
            <pc:docMk/>
            <pc:sldMk cId="4244171547" sldId="256"/>
            <ac:spMk id="2" creationId="{00000000-0000-0000-0000-000000000000}"/>
          </ac:spMkLst>
        </pc:spChg>
        <pc:spChg chg="mod">
          <ac:chgData name="Craig Alexander" userId="cbab3422-1701-47c9-a4f0-14c0d221c31a" providerId="ADAL" clId="{CBB3F2A3-F28E-BB48-B64C-BBCF1DC49A44}" dt="2023-08-29T15:19:50.030" v="0" actId="20577"/>
          <ac:spMkLst>
            <pc:docMk/>
            <pc:sldMk cId="4244171547" sldId="256"/>
            <ac:spMk id="3" creationId="{00000000-0000-0000-0000-000000000000}"/>
          </ac:spMkLst>
        </pc:spChg>
        <pc:spChg chg="del">
          <ac:chgData name="Craig Alexander" userId="cbab3422-1701-47c9-a4f0-14c0d221c31a" providerId="ADAL" clId="{CBB3F2A3-F28E-BB48-B64C-BBCF1DC49A44}" dt="2023-08-29T15:19:56.116" v="1" actId="478"/>
          <ac:spMkLst>
            <pc:docMk/>
            <pc:sldMk cId="4244171547" sldId="256"/>
            <ac:spMk id="9" creationId="{594142B3-03ED-743D-1767-8648BBFAFC27}"/>
          </ac:spMkLst>
        </pc:spChg>
        <pc:picChg chg="del">
          <ac:chgData name="Craig Alexander" userId="cbab3422-1701-47c9-a4f0-14c0d221c31a" providerId="ADAL" clId="{CBB3F2A3-F28E-BB48-B64C-BBCF1DC49A44}" dt="2023-08-29T15:19:57.323" v="2" actId="478"/>
          <ac:picMkLst>
            <pc:docMk/>
            <pc:sldMk cId="4244171547" sldId="256"/>
            <ac:picMk id="10" creationId="{16364DE0-FA8B-837C-C44D-713E97729453}"/>
          </ac:picMkLst>
        </pc:picChg>
      </pc:sldChg>
      <pc:sldChg chg="del">
        <pc:chgData name="Craig Alexander" userId="cbab3422-1701-47c9-a4f0-14c0d221c31a" providerId="ADAL" clId="{CBB3F2A3-F28E-BB48-B64C-BBCF1DC49A44}" dt="2023-08-29T15:39:01.528" v="100" actId="2696"/>
        <pc:sldMkLst>
          <pc:docMk/>
          <pc:sldMk cId="2887075949" sldId="392"/>
        </pc:sldMkLst>
      </pc:sldChg>
      <pc:sldChg chg="delSp del mod">
        <pc:chgData name="Craig Alexander" userId="cbab3422-1701-47c9-a4f0-14c0d221c31a" providerId="ADAL" clId="{CBB3F2A3-F28E-BB48-B64C-BBCF1DC49A44}" dt="2023-08-29T15:38:53.825" v="88" actId="2696"/>
        <pc:sldMkLst>
          <pc:docMk/>
          <pc:sldMk cId="2897186110" sldId="488"/>
        </pc:sldMkLst>
        <pc:picChg chg="del">
          <ac:chgData name="Craig Alexander" userId="cbab3422-1701-47c9-a4f0-14c0d221c31a" providerId="ADAL" clId="{CBB3F2A3-F28E-BB48-B64C-BBCF1DC49A44}" dt="2023-08-29T15:20:52.443" v="85" actId="478"/>
          <ac:picMkLst>
            <pc:docMk/>
            <pc:sldMk cId="2897186110" sldId="488"/>
            <ac:picMk id="3" creationId="{3A3E6DAB-1286-8159-71BD-AF6B6CFCA761}"/>
          </ac:picMkLst>
        </pc:picChg>
      </pc:sldChg>
      <pc:sldChg chg="del">
        <pc:chgData name="Craig Alexander" userId="cbab3422-1701-47c9-a4f0-14c0d221c31a" providerId="ADAL" clId="{CBB3F2A3-F28E-BB48-B64C-BBCF1DC49A44}" dt="2023-08-29T15:39:00.604" v="96" actId="2696"/>
        <pc:sldMkLst>
          <pc:docMk/>
          <pc:sldMk cId="4105846122" sldId="490"/>
        </pc:sldMkLst>
      </pc:sldChg>
      <pc:sldChg chg="del">
        <pc:chgData name="Craig Alexander" userId="cbab3422-1701-47c9-a4f0-14c0d221c31a" providerId="ADAL" clId="{CBB3F2A3-F28E-BB48-B64C-BBCF1DC49A44}" dt="2023-08-29T15:39:01.329" v="99" actId="2696"/>
        <pc:sldMkLst>
          <pc:docMk/>
          <pc:sldMk cId="4225894553" sldId="491"/>
        </pc:sldMkLst>
      </pc:sldChg>
      <pc:sldChg chg="del">
        <pc:chgData name="Craig Alexander" userId="cbab3422-1701-47c9-a4f0-14c0d221c31a" providerId="ADAL" clId="{CBB3F2A3-F28E-BB48-B64C-BBCF1DC49A44}" dt="2023-08-29T15:39:01.147" v="98" actId="2696"/>
        <pc:sldMkLst>
          <pc:docMk/>
          <pc:sldMk cId="2509061376" sldId="500"/>
        </pc:sldMkLst>
      </pc:sldChg>
      <pc:sldChg chg="del">
        <pc:chgData name="Craig Alexander" userId="cbab3422-1701-47c9-a4f0-14c0d221c31a" providerId="ADAL" clId="{CBB3F2A3-F28E-BB48-B64C-BBCF1DC49A44}" dt="2023-08-29T15:39:04.917" v="113" actId="2696"/>
        <pc:sldMkLst>
          <pc:docMk/>
          <pc:sldMk cId="1606215069" sldId="501"/>
        </pc:sldMkLst>
      </pc:sldChg>
      <pc:sldChg chg="del">
        <pc:chgData name="Craig Alexander" userId="cbab3422-1701-47c9-a4f0-14c0d221c31a" providerId="ADAL" clId="{CBB3F2A3-F28E-BB48-B64C-BBCF1DC49A44}" dt="2023-08-29T15:39:02.778" v="105" actId="2696"/>
        <pc:sldMkLst>
          <pc:docMk/>
          <pc:sldMk cId="711435638" sldId="502"/>
        </pc:sldMkLst>
      </pc:sldChg>
      <pc:sldChg chg="del">
        <pc:chgData name="Craig Alexander" userId="cbab3422-1701-47c9-a4f0-14c0d221c31a" providerId="ADAL" clId="{CBB3F2A3-F28E-BB48-B64C-BBCF1DC49A44}" dt="2023-08-29T15:39:03.320" v="107" actId="2696"/>
        <pc:sldMkLst>
          <pc:docMk/>
          <pc:sldMk cId="722113721" sldId="503"/>
        </pc:sldMkLst>
      </pc:sldChg>
      <pc:sldChg chg="del">
        <pc:chgData name="Craig Alexander" userId="cbab3422-1701-47c9-a4f0-14c0d221c31a" providerId="ADAL" clId="{CBB3F2A3-F28E-BB48-B64C-BBCF1DC49A44}" dt="2023-08-29T15:39:06.060" v="117" actId="2696"/>
        <pc:sldMkLst>
          <pc:docMk/>
          <pc:sldMk cId="473672335" sldId="504"/>
        </pc:sldMkLst>
      </pc:sldChg>
      <pc:sldChg chg="del">
        <pc:chgData name="Craig Alexander" userId="cbab3422-1701-47c9-a4f0-14c0d221c31a" providerId="ADAL" clId="{CBB3F2A3-F28E-BB48-B64C-BBCF1DC49A44}" dt="2023-08-29T15:39:03.613" v="108" actId="2696"/>
        <pc:sldMkLst>
          <pc:docMk/>
          <pc:sldMk cId="1969113723" sldId="505"/>
        </pc:sldMkLst>
      </pc:sldChg>
      <pc:sldChg chg="del">
        <pc:chgData name="Craig Alexander" userId="cbab3422-1701-47c9-a4f0-14c0d221c31a" providerId="ADAL" clId="{CBB3F2A3-F28E-BB48-B64C-BBCF1DC49A44}" dt="2023-08-29T15:39:03.874" v="109" actId="2696"/>
        <pc:sldMkLst>
          <pc:docMk/>
          <pc:sldMk cId="1197946609" sldId="506"/>
        </pc:sldMkLst>
      </pc:sldChg>
      <pc:sldChg chg="del">
        <pc:chgData name="Craig Alexander" userId="cbab3422-1701-47c9-a4f0-14c0d221c31a" providerId="ADAL" clId="{CBB3F2A3-F28E-BB48-B64C-BBCF1DC49A44}" dt="2023-08-29T15:39:05.205" v="114" actId="2696"/>
        <pc:sldMkLst>
          <pc:docMk/>
          <pc:sldMk cId="1667014214" sldId="507"/>
        </pc:sldMkLst>
      </pc:sldChg>
      <pc:sldChg chg="del">
        <pc:chgData name="Craig Alexander" userId="cbab3422-1701-47c9-a4f0-14c0d221c31a" providerId="ADAL" clId="{CBB3F2A3-F28E-BB48-B64C-BBCF1DC49A44}" dt="2023-08-29T15:39:05.757" v="116" actId="2696"/>
        <pc:sldMkLst>
          <pc:docMk/>
          <pc:sldMk cId="2069854438" sldId="509"/>
        </pc:sldMkLst>
      </pc:sldChg>
      <pc:sldChg chg="del">
        <pc:chgData name="Craig Alexander" userId="cbab3422-1701-47c9-a4f0-14c0d221c31a" providerId="ADAL" clId="{CBB3F2A3-F28E-BB48-B64C-BBCF1DC49A44}" dt="2023-08-29T15:39:05.478" v="115" actId="2696"/>
        <pc:sldMkLst>
          <pc:docMk/>
          <pc:sldMk cId="510376013" sldId="510"/>
        </pc:sldMkLst>
      </pc:sldChg>
      <pc:sldChg chg="del">
        <pc:chgData name="Craig Alexander" userId="cbab3422-1701-47c9-a4f0-14c0d221c31a" providerId="ADAL" clId="{CBB3F2A3-F28E-BB48-B64C-BBCF1DC49A44}" dt="2023-08-29T15:39:06.519" v="118" actId="2696"/>
        <pc:sldMkLst>
          <pc:docMk/>
          <pc:sldMk cId="2413955327" sldId="512"/>
        </pc:sldMkLst>
      </pc:sldChg>
      <pc:sldChg chg="del">
        <pc:chgData name="Craig Alexander" userId="cbab3422-1701-47c9-a4f0-14c0d221c31a" providerId="ADAL" clId="{CBB3F2A3-F28E-BB48-B64C-BBCF1DC49A44}" dt="2023-08-29T15:39:04.398" v="111" actId="2696"/>
        <pc:sldMkLst>
          <pc:docMk/>
          <pc:sldMk cId="2619819348" sldId="514"/>
        </pc:sldMkLst>
      </pc:sldChg>
      <pc:sldChg chg="del">
        <pc:chgData name="Craig Alexander" userId="cbab3422-1701-47c9-a4f0-14c0d221c31a" providerId="ADAL" clId="{CBB3F2A3-F28E-BB48-B64C-BBCF1DC49A44}" dt="2023-08-29T15:39:03.052" v="106" actId="2696"/>
        <pc:sldMkLst>
          <pc:docMk/>
          <pc:sldMk cId="424609526" sldId="516"/>
        </pc:sldMkLst>
      </pc:sldChg>
      <pc:sldChg chg="del">
        <pc:chgData name="Craig Alexander" userId="cbab3422-1701-47c9-a4f0-14c0d221c31a" providerId="ADAL" clId="{CBB3F2A3-F28E-BB48-B64C-BBCF1DC49A44}" dt="2023-08-29T15:39:04.152" v="110" actId="2696"/>
        <pc:sldMkLst>
          <pc:docMk/>
          <pc:sldMk cId="3145855459" sldId="517"/>
        </pc:sldMkLst>
      </pc:sldChg>
      <pc:sldChg chg="del">
        <pc:chgData name="Craig Alexander" userId="cbab3422-1701-47c9-a4f0-14c0d221c31a" providerId="ADAL" clId="{CBB3F2A3-F28E-BB48-B64C-BBCF1DC49A44}" dt="2023-08-29T15:39:04.651" v="112" actId="2696"/>
        <pc:sldMkLst>
          <pc:docMk/>
          <pc:sldMk cId="553780453" sldId="518"/>
        </pc:sldMkLst>
      </pc:sldChg>
      <pc:sldChg chg="del">
        <pc:chgData name="Craig Alexander" userId="cbab3422-1701-47c9-a4f0-14c0d221c31a" providerId="ADAL" clId="{CBB3F2A3-F28E-BB48-B64C-BBCF1DC49A44}" dt="2023-08-29T15:38:59.952" v="95" actId="2696"/>
        <pc:sldMkLst>
          <pc:docMk/>
          <pc:sldMk cId="2528141037" sldId="519"/>
        </pc:sldMkLst>
      </pc:sldChg>
      <pc:sldChg chg="del">
        <pc:chgData name="Craig Alexander" userId="cbab3422-1701-47c9-a4f0-14c0d221c31a" providerId="ADAL" clId="{CBB3F2A3-F28E-BB48-B64C-BBCF1DC49A44}" dt="2023-08-29T15:39:00.944" v="97" actId="2696"/>
        <pc:sldMkLst>
          <pc:docMk/>
          <pc:sldMk cId="4064413567" sldId="520"/>
        </pc:sldMkLst>
      </pc:sldChg>
      <pc:sldChg chg="del">
        <pc:chgData name="Craig Alexander" userId="cbab3422-1701-47c9-a4f0-14c0d221c31a" providerId="ADAL" clId="{CBB3F2A3-F28E-BB48-B64C-BBCF1DC49A44}" dt="2023-08-29T15:39:01.742" v="101" actId="2696"/>
        <pc:sldMkLst>
          <pc:docMk/>
          <pc:sldMk cId="2836466154" sldId="521"/>
        </pc:sldMkLst>
      </pc:sldChg>
      <pc:sldChg chg="del">
        <pc:chgData name="Craig Alexander" userId="cbab3422-1701-47c9-a4f0-14c0d221c31a" providerId="ADAL" clId="{CBB3F2A3-F28E-BB48-B64C-BBCF1DC49A44}" dt="2023-08-29T15:39:01.958" v="102" actId="2696"/>
        <pc:sldMkLst>
          <pc:docMk/>
          <pc:sldMk cId="628495851" sldId="522"/>
        </pc:sldMkLst>
      </pc:sldChg>
      <pc:sldChg chg="del">
        <pc:chgData name="Craig Alexander" userId="cbab3422-1701-47c9-a4f0-14c0d221c31a" providerId="ADAL" clId="{CBB3F2A3-F28E-BB48-B64C-BBCF1DC49A44}" dt="2023-08-29T15:39:02.493" v="104" actId="2696"/>
        <pc:sldMkLst>
          <pc:docMk/>
          <pc:sldMk cId="792774641" sldId="523"/>
        </pc:sldMkLst>
      </pc:sldChg>
      <pc:sldChg chg="del">
        <pc:chgData name="Craig Alexander" userId="cbab3422-1701-47c9-a4f0-14c0d221c31a" providerId="ADAL" clId="{CBB3F2A3-F28E-BB48-B64C-BBCF1DC49A44}" dt="2023-08-29T15:39:02.214" v="103" actId="2696"/>
        <pc:sldMkLst>
          <pc:docMk/>
          <pc:sldMk cId="1078141159" sldId="525"/>
        </pc:sldMkLst>
      </pc:sldChg>
      <pc:sldChg chg="delSp modSp add del mod">
        <pc:chgData name="Craig Alexander" userId="cbab3422-1701-47c9-a4f0-14c0d221c31a" providerId="ADAL" clId="{CBB3F2A3-F28E-BB48-B64C-BBCF1DC49A44}" dt="2023-08-31T16:05:59.305" v="1706" actId="1076"/>
        <pc:sldMkLst>
          <pc:docMk/>
          <pc:sldMk cId="3246870684" sldId="572"/>
        </pc:sldMkLst>
        <pc:spChg chg="mod">
          <ac:chgData name="Craig Alexander" userId="cbab3422-1701-47c9-a4f0-14c0d221c31a" providerId="ADAL" clId="{CBB3F2A3-F28E-BB48-B64C-BBCF1DC49A44}" dt="2023-08-31T14:00:19.193" v="501" actId="20577"/>
          <ac:spMkLst>
            <pc:docMk/>
            <pc:sldMk cId="3246870684" sldId="572"/>
            <ac:spMk id="2" creationId="{A51CEA03-2C81-472E-8BE8-15578A4B9A62}"/>
          </ac:spMkLst>
        </pc:spChg>
        <pc:spChg chg="mod">
          <ac:chgData name="Craig Alexander" userId="cbab3422-1701-47c9-a4f0-14c0d221c31a" providerId="ADAL" clId="{CBB3F2A3-F28E-BB48-B64C-BBCF1DC49A44}" dt="2023-08-31T16:05:59.305" v="1706" actId="1076"/>
          <ac:spMkLst>
            <pc:docMk/>
            <pc:sldMk cId="3246870684" sldId="572"/>
            <ac:spMk id="3" creationId="{2230D8A9-ED04-4EA0-B35C-55F26289616D}"/>
          </ac:spMkLst>
        </pc:spChg>
        <pc:spChg chg="del">
          <ac:chgData name="Craig Alexander" userId="cbab3422-1701-47c9-a4f0-14c0d221c31a" providerId="ADAL" clId="{CBB3F2A3-F28E-BB48-B64C-BBCF1DC49A44}" dt="2023-08-31T13:47:44.779" v="282" actId="478"/>
          <ac:spMkLst>
            <pc:docMk/>
            <pc:sldMk cId="3246870684" sldId="572"/>
            <ac:spMk id="4" creationId="{B543BE9E-3B37-D5EC-C25D-D7A044DF3949}"/>
          </ac:spMkLst>
        </pc:spChg>
        <pc:picChg chg="del">
          <ac:chgData name="Craig Alexander" userId="cbab3422-1701-47c9-a4f0-14c0d221c31a" providerId="ADAL" clId="{CBB3F2A3-F28E-BB48-B64C-BBCF1DC49A44}" dt="2023-08-29T15:20:57.740" v="86" actId="478"/>
          <ac:picMkLst>
            <pc:docMk/>
            <pc:sldMk cId="3246870684" sldId="572"/>
            <ac:picMk id="7" creationId="{CADA25D1-FEC2-43C3-8B69-83B8D8FD9699}"/>
          </ac:picMkLst>
        </pc:picChg>
        <pc:picChg chg="mod">
          <ac:chgData name="Craig Alexander" userId="cbab3422-1701-47c9-a4f0-14c0d221c31a" providerId="ADAL" clId="{CBB3F2A3-F28E-BB48-B64C-BBCF1DC49A44}" dt="2023-08-31T13:46:38.333" v="157" actId="1076"/>
          <ac:picMkLst>
            <pc:docMk/>
            <pc:sldMk cId="3246870684" sldId="572"/>
            <ac:picMk id="1026" creationId="{77E5BD1B-39B9-3B20-24BD-54B264FE4839}"/>
          </ac:picMkLst>
        </pc:picChg>
      </pc:sldChg>
      <pc:sldChg chg="addSp modSp add mod modAnim">
        <pc:chgData name="Craig Alexander" userId="cbab3422-1701-47c9-a4f0-14c0d221c31a" providerId="ADAL" clId="{CBB3F2A3-F28E-BB48-B64C-BBCF1DC49A44}" dt="2023-08-29T15:40:30.074" v="126" actId="1076"/>
        <pc:sldMkLst>
          <pc:docMk/>
          <pc:sldMk cId="4282323930" sldId="573"/>
        </pc:sldMkLst>
        <pc:spChg chg="mod">
          <ac:chgData name="Craig Alexander" userId="cbab3422-1701-47c9-a4f0-14c0d221c31a" providerId="ADAL" clId="{CBB3F2A3-F28E-BB48-B64C-BBCF1DC49A44}" dt="2023-08-29T15:39:42.893" v="123" actId="20577"/>
          <ac:spMkLst>
            <pc:docMk/>
            <pc:sldMk cId="4282323930" sldId="573"/>
            <ac:spMk id="3" creationId="{2230D8A9-ED04-4EA0-B35C-55F26289616D}"/>
          </ac:spMkLst>
        </pc:spChg>
        <pc:picChg chg="add mod">
          <ac:chgData name="Craig Alexander" userId="cbab3422-1701-47c9-a4f0-14c0d221c31a" providerId="ADAL" clId="{CBB3F2A3-F28E-BB48-B64C-BBCF1DC49A44}" dt="2023-08-29T15:40:30.074" v="126" actId="1076"/>
          <ac:picMkLst>
            <pc:docMk/>
            <pc:sldMk cId="4282323930" sldId="573"/>
            <ac:picMk id="4" creationId="{AE60E518-EC7B-6D6E-E51B-442DD13266CD}"/>
          </ac:picMkLst>
        </pc:picChg>
      </pc:sldChg>
      <pc:sldChg chg="del mod ord modShow">
        <pc:chgData name="Craig Alexander" userId="cbab3422-1701-47c9-a4f0-14c0d221c31a" providerId="ADAL" clId="{CBB3F2A3-F28E-BB48-B64C-BBCF1DC49A44}" dt="2023-08-31T15:20:36.824" v="1680" actId="2696"/>
        <pc:sldMkLst>
          <pc:docMk/>
          <pc:sldMk cId="2765660820" sldId="574"/>
        </pc:sldMkLst>
      </pc:sldChg>
      <pc:sldChg chg="modSp mod">
        <pc:chgData name="Craig Alexander" userId="cbab3422-1701-47c9-a4f0-14c0d221c31a" providerId="ADAL" clId="{CBB3F2A3-F28E-BB48-B64C-BBCF1DC49A44}" dt="2023-08-31T16:17:15.609" v="1865" actId="1076"/>
        <pc:sldMkLst>
          <pc:docMk/>
          <pc:sldMk cId="307884208" sldId="575"/>
        </pc:sldMkLst>
        <pc:spChg chg="mod">
          <ac:chgData name="Craig Alexander" userId="cbab3422-1701-47c9-a4f0-14c0d221c31a" providerId="ADAL" clId="{CBB3F2A3-F28E-BB48-B64C-BBCF1DC49A44}" dt="2023-08-31T14:18:36.705" v="1249" actId="1076"/>
          <ac:spMkLst>
            <pc:docMk/>
            <pc:sldMk cId="307884208" sldId="575"/>
            <ac:spMk id="3" creationId="{2230D8A9-ED04-4EA0-B35C-55F26289616D}"/>
          </ac:spMkLst>
        </pc:spChg>
        <pc:spChg chg="mod">
          <ac:chgData name="Craig Alexander" userId="cbab3422-1701-47c9-a4f0-14c0d221c31a" providerId="ADAL" clId="{CBB3F2A3-F28E-BB48-B64C-BBCF1DC49A44}" dt="2023-08-31T14:19:53.177" v="1347" actId="20577"/>
          <ac:spMkLst>
            <pc:docMk/>
            <pc:sldMk cId="307884208" sldId="575"/>
            <ac:spMk id="4" creationId="{B543BE9E-3B37-D5EC-C25D-D7A044DF3949}"/>
          </ac:spMkLst>
        </pc:spChg>
        <pc:picChg chg="mod">
          <ac:chgData name="Craig Alexander" userId="cbab3422-1701-47c9-a4f0-14c0d221c31a" providerId="ADAL" clId="{CBB3F2A3-F28E-BB48-B64C-BBCF1DC49A44}" dt="2023-08-31T16:17:15.609" v="1865" actId="1076"/>
          <ac:picMkLst>
            <pc:docMk/>
            <pc:sldMk cId="307884208" sldId="575"/>
            <ac:picMk id="3074" creationId="{B08AE0BE-827E-62CE-5C6B-79C095F15C3E}"/>
          </ac:picMkLst>
        </pc:picChg>
      </pc:sldChg>
      <pc:sldChg chg="modSp mod">
        <pc:chgData name="Craig Alexander" userId="cbab3422-1701-47c9-a4f0-14c0d221c31a" providerId="ADAL" clId="{CBB3F2A3-F28E-BB48-B64C-BBCF1DC49A44}" dt="2023-08-31T14:30:46.322" v="1534" actId="20577"/>
        <pc:sldMkLst>
          <pc:docMk/>
          <pc:sldMk cId="1375411628" sldId="576"/>
        </pc:sldMkLst>
        <pc:spChg chg="mod">
          <ac:chgData name="Craig Alexander" userId="cbab3422-1701-47c9-a4f0-14c0d221c31a" providerId="ADAL" clId="{CBB3F2A3-F28E-BB48-B64C-BBCF1DC49A44}" dt="2023-08-31T14:30:46.322" v="1534" actId="20577"/>
          <ac:spMkLst>
            <pc:docMk/>
            <pc:sldMk cId="1375411628" sldId="576"/>
            <ac:spMk id="3" creationId="{2230D8A9-ED04-4EA0-B35C-55F26289616D}"/>
          </ac:spMkLst>
        </pc:spChg>
      </pc:sldChg>
      <pc:sldChg chg="modSp mod">
        <pc:chgData name="Craig Alexander" userId="cbab3422-1701-47c9-a4f0-14c0d221c31a" providerId="ADAL" clId="{CBB3F2A3-F28E-BB48-B64C-BBCF1DC49A44}" dt="2023-08-31T16:17:02.110" v="1864" actId="20577"/>
        <pc:sldMkLst>
          <pc:docMk/>
          <pc:sldMk cId="342560847" sldId="577"/>
        </pc:sldMkLst>
        <pc:spChg chg="mod">
          <ac:chgData name="Craig Alexander" userId="cbab3422-1701-47c9-a4f0-14c0d221c31a" providerId="ADAL" clId="{CBB3F2A3-F28E-BB48-B64C-BBCF1DC49A44}" dt="2023-08-31T16:17:02.110" v="1864" actId="20577"/>
          <ac:spMkLst>
            <pc:docMk/>
            <pc:sldMk cId="342560847" sldId="577"/>
            <ac:spMk id="3" creationId="{2230D8A9-ED04-4EA0-B35C-55F26289616D}"/>
          </ac:spMkLst>
        </pc:spChg>
        <pc:picChg chg="mod">
          <ac:chgData name="Craig Alexander" userId="cbab3422-1701-47c9-a4f0-14c0d221c31a" providerId="ADAL" clId="{CBB3F2A3-F28E-BB48-B64C-BBCF1DC49A44}" dt="2023-08-31T14:32:10.957" v="1592" actId="1076"/>
          <ac:picMkLst>
            <pc:docMk/>
            <pc:sldMk cId="342560847" sldId="577"/>
            <ac:picMk id="6" creationId="{84A709B6-9CFF-C95C-28A1-D0B9C00591DC}"/>
          </ac:picMkLst>
        </pc:picChg>
      </pc:sldChg>
      <pc:sldChg chg="modSp del mod modShow">
        <pc:chgData name="Craig Alexander" userId="cbab3422-1701-47c9-a4f0-14c0d221c31a" providerId="ADAL" clId="{CBB3F2A3-F28E-BB48-B64C-BBCF1DC49A44}" dt="2023-08-31T15:20:39.160" v="1681" actId="2696"/>
        <pc:sldMkLst>
          <pc:docMk/>
          <pc:sldMk cId="4118146289" sldId="578"/>
        </pc:sldMkLst>
        <pc:spChg chg="mod">
          <ac:chgData name="Craig Alexander" userId="cbab3422-1701-47c9-a4f0-14c0d221c31a" providerId="ADAL" clId="{CBB3F2A3-F28E-BB48-B64C-BBCF1DC49A44}" dt="2023-08-31T14:32:33.791" v="1596" actId="33524"/>
          <ac:spMkLst>
            <pc:docMk/>
            <pc:sldMk cId="4118146289" sldId="578"/>
            <ac:spMk id="3" creationId="{2230D8A9-ED04-4EA0-B35C-55F26289616D}"/>
          </ac:spMkLst>
        </pc:spChg>
      </pc:sldChg>
      <pc:sldChg chg="ord">
        <pc:chgData name="Craig Alexander" userId="cbab3422-1701-47c9-a4f0-14c0d221c31a" providerId="ADAL" clId="{CBB3F2A3-F28E-BB48-B64C-BBCF1DC49A44}" dt="2023-08-31T14:27:38.581" v="1356" actId="20578"/>
        <pc:sldMkLst>
          <pc:docMk/>
          <pc:sldMk cId="258232726" sldId="579"/>
        </pc:sldMkLst>
      </pc:sldChg>
      <pc:sldChg chg="ord">
        <pc:chgData name="Craig Alexander" userId="cbab3422-1701-47c9-a4f0-14c0d221c31a" providerId="ADAL" clId="{CBB3F2A3-F28E-BB48-B64C-BBCF1DC49A44}" dt="2023-08-31T14:31:01.731" v="1535" actId="20578"/>
        <pc:sldMkLst>
          <pc:docMk/>
          <pc:sldMk cId="2326906526" sldId="581"/>
        </pc:sldMkLst>
      </pc:sldChg>
      <pc:sldChg chg="modSp mod">
        <pc:chgData name="Craig Alexander" userId="cbab3422-1701-47c9-a4f0-14c0d221c31a" providerId="ADAL" clId="{CBB3F2A3-F28E-BB48-B64C-BBCF1DC49A44}" dt="2023-08-31T16:01:32.149" v="1685" actId="20577"/>
        <pc:sldMkLst>
          <pc:docMk/>
          <pc:sldMk cId="2318472811" sldId="582"/>
        </pc:sldMkLst>
        <pc:spChg chg="mod">
          <ac:chgData name="Craig Alexander" userId="cbab3422-1701-47c9-a4f0-14c0d221c31a" providerId="ADAL" clId="{CBB3F2A3-F28E-BB48-B64C-BBCF1DC49A44}" dt="2023-08-31T16:01:32.149" v="1685" actId="20577"/>
          <ac:spMkLst>
            <pc:docMk/>
            <pc:sldMk cId="2318472811" sldId="582"/>
            <ac:spMk id="3" creationId="{2230D8A9-ED04-4EA0-B35C-55F26289616D}"/>
          </ac:spMkLst>
        </pc:spChg>
        <pc:spChg chg="mod">
          <ac:chgData name="Craig Alexander" userId="cbab3422-1701-47c9-a4f0-14c0d221c31a" providerId="ADAL" clId="{CBB3F2A3-F28E-BB48-B64C-BBCF1DC49A44}" dt="2023-08-31T16:01:21.896" v="1683" actId="20577"/>
          <ac:spMkLst>
            <pc:docMk/>
            <pc:sldMk cId="2318472811" sldId="582"/>
            <ac:spMk id="5" creationId="{0287E8B6-1560-638E-4CCE-E19FADE5354C}"/>
          </ac:spMkLst>
        </pc:spChg>
      </pc:sldChg>
      <pc:sldChg chg="modSp mod">
        <pc:chgData name="Craig Alexander" userId="cbab3422-1701-47c9-a4f0-14c0d221c31a" providerId="ADAL" clId="{CBB3F2A3-F28E-BB48-B64C-BBCF1DC49A44}" dt="2023-08-31T14:33:29.882" v="1661" actId="20577"/>
        <pc:sldMkLst>
          <pc:docMk/>
          <pc:sldMk cId="307395189" sldId="584"/>
        </pc:sldMkLst>
        <pc:spChg chg="mod">
          <ac:chgData name="Craig Alexander" userId="cbab3422-1701-47c9-a4f0-14c0d221c31a" providerId="ADAL" clId="{CBB3F2A3-F28E-BB48-B64C-BBCF1DC49A44}" dt="2023-08-31T14:33:29.882" v="1661" actId="20577"/>
          <ac:spMkLst>
            <pc:docMk/>
            <pc:sldMk cId="307395189" sldId="584"/>
            <ac:spMk id="3" creationId="{2230D8A9-ED04-4EA0-B35C-55F26289616D}"/>
          </ac:spMkLst>
        </pc:spChg>
      </pc:sldChg>
      <pc:sldChg chg="modSp mod">
        <pc:chgData name="Craig Alexander" userId="cbab3422-1701-47c9-a4f0-14c0d221c31a" providerId="ADAL" clId="{CBB3F2A3-F28E-BB48-B64C-BBCF1DC49A44}" dt="2023-08-31T16:01:47.044" v="1689" actId="20577"/>
        <pc:sldMkLst>
          <pc:docMk/>
          <pc:sldMk cId="2296006099" sldId="585"/>
        </pc:sldMkLst>
        <pc:spChg chg="mod">
          <ac:chgData name="Craig Alexander" userId="cbab3422-1701-47c9-a4f0-14c0d221c31a" providerId="ADAL" clId="{CBB3F2A3-F28E-BB48-B64C-BBCF1DC49A44}" dt="2023-08-31T16:01:47.044" v="1689" actId="20577"/>
          <ac:spMkLst>
            <pc:docMk/>
            <pc:sldMk cId="2296006099" sldId="585"/>
            <ac:spMk id="3" creationId="{2230D8A9-ED04-4EA0-B35C-55F26289616D}"/>
          </ac:spMkLst>
        </pc:spChg>
        <pc:spChg chg="mod">
          <ac:chgData name="Craig Alexander" userId="cbab3422-1701-47c9-a4f0-14c0d221c31a" providerId="ADAL" clId="{CBB3F2A3-F28E-BB48-B64C-BBCF1DC49A44}" dt="2023-08-31T16:01:38.652" v="1687" actId="20577"/>
          <ac:spMkLst>
            <pc:docMk/>
            <pc:sldMk cId="2296006099" sldId="585"/>
            <ac:spMk id="4" creationId="{E5035159-8A50-3C31-EA6D-47008B3C9C59}"/>
          </ac:spMkLst>
        </pc:spChg>
      </pc:sldChg>
      <pc:sldChg chg="delSp modSp add mod">
        <pc:chgData name="Craig Alexander" userId="cbab3422-1701-47c9-a4f0-14c0d221c31a" providerId="ADAL" clId="{CBB3F2A3-F28E-BB48-B64C-BBCF1DC49A44}" dt="2023-08-31T16:05:41.238" v="1699" actId="5793"/>
        <pc:sldMkLst>
          <pc:docMk/>
          <pc:sldMk cId="3739972850" sldId="586"/>
        </pc:sldMkLst>
        <pc:spChg chg="mod">
          <ac:chgData name="Craig Alexander" userId="cbab3422-1701-47c9-a4f0-14c0d221c31a" providerId="ADAL" clId="{CBB3F2A3-F28E-BB48-B64C-BBCF1DC49A44}" dt="2023-08-31T14:00:33.998" v="532" actId="20577"/>
          <ac:spMkLst>
            <pc:docMk/>
            <pc:sldMk cId="3739972850" sldId="586"/>
            <ac:spMk id="2" creationId="{A51CEA03-2C81-472E-8BE8-15578A4B9A62}"/>
          </ac:spMkLst>
        </pc:spChg>
        <pc:spChg chg="mod">
          <ac:chgData name="Craig Alexander" userId="cbab3422-1701-47c9-a4f0-14c0d221c31a" providerId="ADAL" clId="{CBB3F2A3-F28E-BB48-B64C-BBCF1DC49A44}" dt="2023-08-31T16:05:41.238" v="1699" actId="5793"/>
          <ac:spMkLst>
            <pc:docMk/>
            <pc:sldMk cId="3739972850" sldId="586"/>
            <ac:spMk id="3" creationId="{2230D8A9-ED04-4EA0-B35C-55F26289616D}"/>
          </ac:spMkLst>
        </pc:spChg>
        <pc:picChg chg="del">
          <ac:chgData name="Craig Alexander" userId="cbab3422-1701-47c9-a4f0-14c0d221c31a" providerId="ADAL" clId="{CBB3F2A3-F28E-BB48-B64C-BBCF1DC49A44}" dt="2023-08-31T13:54:08.725" v="448" actId="478"/>
          <ac:picMkLst>
            <pc:docMk/>
            <pc:sldMk cId="3739972850" sldId="586"/>
            <ac:picMk id="1026" creationId="{77E5BD1B-39B9-3B20-24BD-54B264FE4839}"/>
          </ac:picMkLst>
        </pc:picChg>
      </pc:sldChg>
      <pc:sldChg chg="addSp delSp modSp add del mod">
        <pc:chgData name="Craig Alexander" userId="cbab3422-1701-47c9-a4f0-14c0d221c31a" providerId="ADAL" clId="{CBB3F2A3-F28E-BB48-B64C-BBCF1DC49A44}" dt="2023-08-31T14:26:53.473" v="1355" actId="2696"/>
        <pc:sldMkLst>
          <pc:docMk/>
          <pc:sldMk cId="375933327" sldId="587"/>
        </pc:sldMkLst>
        <pc:spChg chg="mod">
          <ac:chgData name="Craig Alexander" userId="cbab3422-1701-47c9-a4f0-14c0d221c31a" providerId="ADAL" clId="{CBB3F2A3-F28E-BB48-B64C-BBCF1DC49A44}" dt="2023-08-31T14:20:29.840" v="1353" actId="20577"/>
          <ac:spMkLst>
            <pc:docMk/>
            <pc:sldMk cId="375933327" sldId="587"/>
            <ac:spMk id="2" creationId="{A51CEA03-2C81-472E-8BE8-15578A4B9A62}"/>
          </ac:spMkLst>
        </pc:spChg>
        <pc:spChg chg="del">
          <ac:chgData name="Craig Alexander" userId="cbab3422-1701-47c9-a4f0-14c0d221c31a" providerId="ADAL" clId="{CBB3F2A3-F28E-BB48-B64C-BBCF1DC49A44}" dt="2023-08-31T14:20:32.681" v="1354" actId="478"/>
          <ac:spMkLst>
            <pc:docMk/>
            <pc:sldMk cId="375933327" sldId="587"/>
            <ac:spMk id="3" creationId="{2230D8A9-ED04-4EA0-B35C-55F26289616D}"/>
          </ac:spMkLst>
        </pc:spChg>
        <pc:spChg chg="add mod">
          <ac:chgData name="Craig Alexander" userId="cbab3422-1701-47c9-a4f0-14c0d221c31a" providerId="ADAL" clId="{CBB3F2A3-F28E-BB48-B64C-BBCF1DC49A44}" dt="2023-08-31T14:20:32.681" v="1354" actId="478"/>
          <ac:spMkLst>
            <pc:docMk/>
            <pc:sldMk cId="375933327" sldId="587"/>
            <ac:spMk id="5" creationId="{7068D8C0-67D9-5937-9646-4AFAC3F5047C}"/>
          </ac:spMkLst>
        </pc:spChg>
      </pc:sldChg>
      <pc:sldChg chg="addSp delSp modSp del mod">
        <pc:chgData name="Craig Alexander" userId="cbab3422-1701-47c9-a4f0-14c0d221c31a" providerId="ADAL" clId="{CBB3F2A3-F28E-BB48-B64C-BBCF1DC49A44}" dt="2023-08-29T15:38:59.096" v="93" actId="2696"/>
        <pc:sldMkLst>
          <pc:docMk/>
          <pc:sldMk cId="874673588" sldId="588"/>
        </pc:sldMkLst>
        <pc:spChg chg="add del mod">
          <ac:chgData name="Craig Alexander" userId="cbab3422-1701-47c9-a4f0-14c0d221c31a" providerId="ADAL" clId="{CBB3F2A3-F28E-BB48-B64C-BBCF1DC49A44}" dt="2023-08-29T15:20:42.701" v="84"/>
          <ac:spMkLst>
            <pc:docMk/>
            <pc:sldMk cId="874673588" sldId="588"/>
            <ac:spMk id="2" creationId="{CFD9E206-7A46-C138-B5C2-6FF1AF52F460}"/>
          </ac:spMkLst>
        </pc:spChg>
      </pc:sldChg>
      <pc:sldMasterChg chg="addSldLayout delSldLayout">
        <pc:chgData name="Craig Alexander" userId="cbab3422-1701-47c9-a4f0-14c0d221c31a" providerId="ADAL" clId="{CBB3F2A3-F28E-BB48-B64C-BBCF1DC49A44}" dt="2023-08-29T15:39:06.520" v="119" actId="2696"/>
        <pc:sldMasterMkLst>
          <pc:docMk/>
          <pc:sldMasterMk cId="3635699181" sldId="2147483648"/>
        </pc:sldMasterMkLst>
        <pc:sldLayoutChg chg="del">
          <pc:chgData name="Craig Alexander" userId="cbab3422-1701-47c9-a4f0-14c0d221c31a" providerId="ADAL" clId="{CBB3F2A3-F28E-BB48-B64C-BBCF1DC49A44}" dt="2023-08-29T15:39:06.520" v="119" actId="2696"/>
          <pc:sldLayoutMkLst>
            <pc:docMk/>
            <pc:sldMasterMk cId="3635699181" sldId="2147483648"/>
            <pc:sldLayoutMk cId="582120193" sldId="2147483690"/>
          </pc:sldLayoutMkLst>
        </pc:sldLayoutChg>
        <pc:sldLayoutChg chg="del">
          <pc:chgData name="Craig Alexander" userId="cbab3422-1701-47c9-a4f0-14c0d221c31a" providerId="ADAL" clId="{CBB3F2A3-F28E-BB48-B64C-BBCF1DC49A44}" dt="2023-08-29T15:38:59.098" v="94" actId="2696"/>
          <pc:sldLayoutMkLst>
            <pc:docMk/>
            <pc:sldMasterMk cId="3635699181" sldId="2147483648"/>
            <pc:sldLayoutMk cId="3262624189" sldId="2147483692"/>
          </pc:sldLayoutMkLst>
        </pc:sldLayoutChg>
        <pc:sldLayoutChg chg="add del">
          <pc:chgData name="Craig Alexander" userId="cbab3422-1701-47c9-a4f0-14c0d221c31a" providerId="ADAL" clId="{CBB3F2A3-F28E-BB48-B64C-BBCF1DC49A44}" dt="2023-08-29T15:38:56.947" v="91" actId="2696"/>
          <pc:sldLayoutMkLst>
            <pc:docMk/>
            <pc:sldMasterMk cId="3635699181" sldId="2147483648"/>
            <pc:sldLayoutMk cId="795093897" sldId="214748369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8/31/23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6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0563" y="3016250"/>
            <a:ext cx="5680075" cy="6223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5A3FE5F-792E-894C-96F2-B918CA1BC6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567" y="1705342"/>
            <a:ext cx="11100631" cy="47404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qu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79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509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31/08/2023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54" r:id="rId4"/>
    <p:sldLayoutId id="2147483656" r:id="rId5"/>
    <p:sldLayoutId id="2147483649" r:id="rId6"/>
    <p:sldLayoutId id="2147483684" r:id="rId7"/>
    <p:sldLayoutId id="2147483691" r:id="rId8"/>
    <p:sldLayoutId id="2147483693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raig.alexander.2@glasgow.ac.uk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100/msor.v21i2.1397" TargetMode="External"/><Relationship Id="rId2" Type="http://schemas.openxmlformats.org/officeDocument/2006/relationships/hyperlink" Target="https://www.gla.ac.uk/schools/mathematicsstatistics/research/stats/teaching/versioncontrolforteachingandresearch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E1048C9E-FD83-5065-AB12-61A24A125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chemeClr val="tx1"/>
                </a:solidFill>
              </a:rPr>
              <a:t>Using Version Control in Statistics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0418" y="2569936"/>
            <a:ext cx="5680075" cy="6223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>
                <a:solidFill>
                  <a:schemeClr val="tx1"/>
                </a:solidFill>
              </a:rPr>
              <a:t>Craig Alexander</a:t>
            </a:r>
          </a:p>
          <a:p>
            <a:pPr marL="0" indent="0">
              <a:buNone/>
            </a:pPr>
            <a:r>
              <a:rPr lang="en-GB">
                <a:solidFill>
                  <a:schemeClr val="tx1"/>
                </a:solidFill>
                <a:hlinkClick r:id="rId3"/>
              </a:rPr>
              <a:t>craig.alexander.2@glasgow.ac.uk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Introduction - Why Version Control in statistics education?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3212" y="1516407"/>
            <a:ext cx="8513562" cy="477407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600" dirty="0"/>
              <a:t>Many degree programmes in Statistics consist of courses with a high volume of theory, lacking exposure to technical skills key for the workplace.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It is important that we equip our graduates with such skills, so they are prepared for the job market.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Version control is becoming an ever-increasing feature within roles across academia and industry in statistics and data science. 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How do we integrate teaching version control into our learning and teaching practice?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77E5BD1B-39B9-3B20-24BD-54B264FE4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33" y="2125581"/>
            <a:ext cx="2606837" cy="260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87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Introduction – Incorporating Version Control into Teaching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703725"/>
            <a:ext cx="10469362" cy="477407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600" dirty="0"/>
              <a:t>To help integrate version control knowledge into our teaching practices, we have: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Created a short Version Control course</a:t>
            </a:r>
          </a:p>
          <a:p>
            <a:pPr lvl="1">
              <a:buFontTx/>
              <a:buChar char="-"/>
            </a:pPr>
            <a:r>
              <a:rPr lang="en-GB" sz="2600" dirty="0"/>
              <a:t>Developed by David McArthur, Andrew Elliott, Craig Alexander &amp; Vinny Davies. </a:t>
            </a:r>
          </a:p>
          <a:p>
            <a:pPr lvl="1">
              <a:buFontTx/>
              <a:buChar char="-"/>
            </a:pPr>
            <a:r>
              <a:rPr lang="en-GB" sz="2600" dirty="0"/>
              <a:t>Designed for use for UG/PG students, PG researchers &amp; staff. </a:t>
            </a:r>
          </a:p>
          <a:p>
            <a:pPr marL="533400" lvl="1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Designed assessment strategies using Version Control</a:t>
            </a:r>
          </a:p>
          <a:p>
            <a:pPr lvl="1">
              <a:buFontTx/>
              <a:buChar char="-"/>
            </a:pPr>
            <a:r>
              <a:rPr lang="en-GB" sz="2600" dirty="0"/>
              <a:t>Promoting use within group-based assessments.</a:t>
            </a:r>
          </a:p>
          <a:p>
            <a:pPr lvl="1">
              <a:buFontTx/>
              <a:buChar char="-"/>
            </a:pPr>
            <a:r>
              <a:rPr lang="en-GB" sz="2600" dirty="0"/>
              <a:t>Incorporating short course notes, promoting a flipped classroom strategy.</a:t>
            </a:r>
          </a:p>
        </p:txBody>
      </p:sp>
    </p:spTree>
    <p:extLst>
      <p:ext uri="{BB962C8B-B14F-4D97-AF65-F5344CB8AC3E}">
        <p14:creationId xmlns:p14="http://schemas.microsoft.com/office/powerpoint/2010/main" val="373997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638" y="1550522"/>
            <a:ext cx="7001919" cy="4489873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An ‘Innovation in Teaching’ project to develop short course on version control as part of the school’s AI3 Initiative².</a:t>
            </a:r>
          </a:p>
          <a:p>
            <a:pPr>
              <a:buFontTx/>
              <a:buChar char="-"/>
            </a:pPr>
            <a:r>
              <a:rPr lang="en-GB" sz="2800" dirty="0"/>
              <a:t>Comprised of seven units building from basics to advanced concepts.</a:t>
            </a:r>
          </a:p>
          <a:p>
            <a:pPr>
              <a:buFontTx/>
              <a:buChar char="-"/>
            </a:pPr>
            <a:r>
              <a:rPr lang="en-GB" sz="2800" dirty="0"/>
              <a:t>Tailored exercises which can be used for stand-alone learning or as part of a course.</a:t>
            </a:r>
          </a:p>
          <a:p>
            <a:pPr>
              <a:buFontTx/>
              <a:buChar char="-"/>
            </a:pPr>
            <a:r>
              <a:rPr lang="en-GB" sz="2800" dirty="0"/>
              <a:t>Course notes use bespoke accessible features as discussed in Jack et al. (2023)³.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3BE9E-3B37-D5EC-C25D-D7A044DF3949}"/>
              </a:ext>
            </a:extLst>
          </p:cNvPr>
          <p:cNvSpPr txBox="1"/>
          <p:nvPr/>
        </p:nvSpPr>
        <p:spPr>
          <a:xfrm>
            <a:off x="444231" y="6211669"/>
            <a:ext cx="1130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2. </a:t>
            </a:r>
            <a:r>
              <a:rPr lang="en-GB" sz="1200" dirty="0">
                <a:hlinkClick r:id="rId2"/>
              </a:rPr>
              <a:t>https://www.gla.ac.uk/schools/mathematicsstatistics/research/stats/teaching/versioncontrolforteachingandresearch/</a:t>
            </a:r>
            <a:endParaRPr lang="en-GB" sz="1200" dirty="0"/>
          </a:p>
          <a:p>
            <a:r>
              <a:rPr lang="en-GB" sz="1200" dirty="0"/>
              <a:t>3. 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Jack, E., Alexander, C., McArthur, D. and Mair, C. (2023) Reflections on designing and delivering an online distance learning programme in the mathematical sciences. </a:t>
            </a:r>
            <a:r>
              <a:rPr lang="en-GB" sz="1200" i="1" dirty="0">
                <a:solidFill>
                  <a:srgbClr val="404040"/>
                </a:solidFill>
                <a:effectLst/>
              </a:rPr>
              <a:t>MSOR Connections</a:t>
            </a:r>
            <a:r>
              <a:rPr lang="en-GB" sz="1200" dirty="0">
                <a:solidFill>
                  <a:srgbClr val="404040"/>
                </a:solidFill>
              </a:rPr>
              <a:t>, 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21(2), pp. 25-33. (</a:t>
            </a:r>
            <a:r>
              <a:rPr lang="en-GB" sz="1200" i="0" dirty="0" err="1">
                <a:solidFill>
                  <a:srgbClr val="404040"/>
                </a:solidFill>
                <a:effectLst/>
              </a:rPr>
              <a:t>doi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: </a:t>
            </a:r>
            <a:r>
              <a:rPr lang="en-GB" sz="1200" i="0" strike="noStrike" dirty="0">
                <a:solidFill>
                  <a:srgbClr val="009DEC"/>
                </a:solidFill>
                <a:effectLst/>
                <a:hlinkClick r:id="rId3"/>
              </a:rPr>
              <a:t>10.21100/msor.v21i2.1397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)</a:t>
            </a:r>
            <a:endParaRPr lang="en-GB" sz="1200" dirty="0"/>
          </a:p>
        </p:txBody>
      </p:sp>
      <p:pic>
        <p:nvPicPr>
          <p:cNvPr id="3074" name="Picture 2" descr="University of Glasgow - Schools - School of Mathematics &amp; Statistics -  Research - Statistics - AI³ Initiative">
            <a:extLst>
              <a:ext uri="{FF2B5EF4-FFF2-40B4-BE49-F238E27FC236}">
                <a16:creationId xmlns:a16="http://schemas.microsoft.com/office/drawing/2014/main" id="{B08AE0BE-827E-62CE-5C6B-79C095F15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938" y="2548140"/>
            <a:ext cx="4110681" cy="176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8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2"/>
            <a:ext cx="10820157" cy="4489873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When designing the course, several considerations had to be made. </a:t>
            </a:r>
          </a:p>
          <a:p>
            <a:pPr>
              <a:buFontTx/>
              <a:buChar char="-"/>
            </a:pPr>
            <a:r>
              <a:rPr lang="en-GB" sz="2800" dirty="0"/>
              <a:t>There are an abundance of online resources for using version control – aim is to create a tailored course for statistics and data science. </a:t>
            </a:r>
          </a:p>
          <a:p>
            <a:pPr>
              <a:buFontTx/>
              <a:buChar char="-"/>
            </a:pPr>
            <a:r>
              <a:rPr lang="en-GB" sz="2800" dirty="0"/>
              <a:t>Users have different areas of expertise – need a course which covers multiple usage scenarios.</a:t>
            </a:r>
          </a:p>
          <a:p>
            <a:pPr lvl="1">
              <a:buFontTx/>
              <a:buChar char="-"/>
            </a:pPr>
            <a:r>
              <a:rPr lang="en-GB" sz="2800" dirty="0"/>
              <a:t> For example, UG students and PG researchers will have different levels of exposure to programming and project-based work – course content &amp; structure should reflect this.</a:t>
            </a:r>
          </a:p>
        </p:txBody>
      </p:sp>
    </p:spTree>
    <p:extLst>
      <p:ext uri="{BB962C8B-B14F-4D97-AF65-F5344CB8AC3E}">
        <p14:creationId xmlns:p14="http://schemas.microsoft.com/office/powerpoint/2010/main" val="137541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Example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3"/>
            <a:ext cx="10820157" cy="1731664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/>
              <a:t>Learners will all have different desired outcomes in terms of what they would like to get out of the course.</a:t>
            </a:r>
          </a:p>
          <a:p>
            <a:pPr>
              <a:buFontTx/>
              <a:buChar char="-"/>
            </a:pPr>
            <a:r>
              <a:rPr lang="en-GB" sz="2800"/>
              <a:t>Course has been designed in structured units to meet the needs for each users' requirements.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4CF6C26-4BFB-A710-EA74-CBBBA77DE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043" y="3543962"/>
            <a:ext cx="7085914" cy="318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3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Course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2"/>
            <a:ext cx="10564035" cy="4489873"/>
          </a:xfrm>
        </p:spPr>
        <p:txBody>
          <a:bodyPr/>
          <a:lstStyle/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>
                <a:effectLst/>
                <a:ea typeface="Calibri" panose="020F0502020204030204" pitchFamily="34" charset="0"/>
              </a:rPr>
              <a:t>Unit 1 – Up and Running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>
                <a:effectLst/>
                <a:ea typeface="Calibri" panose="020F0502020204030204" pitchFamily="34" charset="0"/>
              </a:rPr>
              <a:t>Unit 2 – Basic workflow for single user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>
                <a:effectLst/>
                <a:ea typeface="Calibri" panose="020F0502020204030204" pitchFamily="34" charset="0"/>
              </a:rPr>
              <a:t>Unit 3 – Consuming &amp; contributing to open-source projects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>
                <a:effectLst/>
                <a:ea typeface="Calibri" panose="020F0502020204030204" pitchFamily="34" charset="0"/>
              </a:rPr>
              <a:t>Unit 4 – Solid foundations for users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>
                <a:effectLst/>
                <a:ea typeface="Calibri" panose="020F0502020204030204" pitchFamily="34" charset="0"/>
              </a:rPr>
              <a:t>Unit 5 – Branching and branching strategies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>
                <a:effectLst/>
                <a:ea typeface="Calibri" panose="020F0502020204030204" pitchFamily="34" charset="0"/>
              </a:rPr>
              <a:t>Unit 6 – Using GitHub Flow in a team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>
                <a:effectLst/>
                <a:ea typeface="Calibri" panose="020F0502020204030204" pitchFamily="34" charset="0"/>
              </a:rPr>
              <a:t>Unit 7 – Foundations for advanced users</a:t>
            </a:r>
          </a:p>
          <a:p>
            <a:pPr>
              <a:buFontTx/>
              <a:buChar char="-"/>
            </a:pPr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232690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Command line vs. GitHub Desktop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3"/>
            <a:ext cx="10832514" cy="258693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Git commands can be carried out using command line operations or via a GUI such as GitHub Desktop.</a:t>
            </a:r>
          </a:p>
          <a:p>
            <a:pPr>
              <a:buFontTx/>
              <a:buChar char="-"/>
            </a:pPr>
            <a:r>
              <a:rPr lang="en-GB" sz="2800" dirty="0"/>
              <a:t>To cater to the different needs of users, the notes include examples for both command line and GitHub Desktop use.</a:t>
            </a:r>
          </a:p>
          <a:p>
            <a:pPr>
              <a:buFontTx/>
              <a:buChar char="-"/>
            </a:pPr>
            <a:r>
              <a:rPr lang="en-GB" sz="2800" dirty="0"/>
              <a:t>We have provided details on using either format for the full course, providing a “switcher” within the notes to allow users to choose their preference.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709B6-9CFF-C95C-28A1-D0B9C005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50980"/>
            <a:ext cx="7772400" cy="164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Visualising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5313162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To illustrate the concepts behind git and GitHub, we have included a graphical visualisation of a repository using </a:t>
            </a:r>
            <a:r>
              <a:rPr lang="en-GB" sz="2800" dirty="0" err="1"/>
              <a:t>gitgraph</a:t>
            </a:r>
            <a:r>
              <a:rPr lang="en-GB" sz="2800" dirty="0"/>
              <a:t>⁴.</a:t>
            </a:r>
          </a:p>
          <a:p>
            <a:pPr>
              <a:buFontTx/>
              <a:buChar char="-"/>
            </a:pPr>
            <a:r>
              <a:rPr lang="en-GB" sz="2800" dirty="0"/>
              <a:t>This allows us to give a graphical representation of a repository workflow and are particularly useful when discussing branching.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966EA-B331-DB07-8DBF-FB60F65C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255" y="1916626"/>
            <a:ext cx="5929745" cy="4041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87E8B6-1560-638E-4CCE-E19FADE5354C}"/>
              </a:ext>
            </a:extLst>
          </p:cNvPr>
          <p:cNvSpPr txBox="1"/>
          <p:nvPr/>
        </p:nvSpPr>
        <p:spPr>
          <a:xfrm>
            <a:off x="782838" y="6414655"/>
            <a:ext cx="30659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4. https://</a:t>
            </a:r>
            <a:r>
              <a:rPr lang="en-GB" sz="1200" dirty="0" err="1"/>
              <a:t>github.com</a:t>
            </a:r>
            <a:r>
              <a:rPr lang="en-GB" sz="1200" dirty="0"/>
              <a:t>/</a:t>
            </a:r>
            <a:r>
              <a:rPr lang="en-GB" sz="1200" dirty="0" err="1"/>
              <a:t>nicoespeon</a:t>
            </a:r>
            <a:r>
              <a:rPr lang="en-GB" sz="1200" dirty="0"/>
              <a:t>/</a:t>
            </a:r>
            <a:r>
              <a:rPr lang="en-GB" sz="1200" dirty="0" err="1"/>
              <a:t>gitgraph.js</a:t>
            </a:r>
            <a:r>
              <a:rPr lang="en-GB" sz="1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1847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Course Plans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/>
              <a:t>This academic year, we intend to release the course as a resource across the school:</a:t>
            </a:r>
          </a:p>
          <a:p>
            <a:pPr lvl="1">
              <a:buFontTx/>
              <a:buChar char="-"/>
            </a:pPr>
            <a:r>
              <a:rPr lang="en-GB" sz="2800"/>
              <a:t>Semester 2 MSc (on-campus) course on data analysis skills</a:t>
            </a:r>
          </a:p>
          <a:p>
            <a:pPr lvl="1">
              <a:buFontTx/>
              <a:buChar char="-"/>
            </a:pPr>
            <a:r>
              <a:rPr lang="en-GB" sz="2800"/>
              <a:t>ODL MSc final project students</a:t>
            </a:r>
          </a:p>
          <a:p>
            <a:pPr lvl="1">
              <a:buFontTx/>
              <a:buChar char="-"/>
            </a:pPr>
            <a:r>
              <a:rPr lang="en-GB" sz="2800"/>
              <a:t>Staff/PhD students – 1h presentation and course release</a:t>
            </a:r>
          </a:p>
          <a:p>
            <a:pPr marL="533400" lvl="1" indent="0">
              <a:buNone/>
            </a:pPr>
            <a:endParaRPr lang="en-GB" sz="2800"/>
          </a:p>
          <a:p>
            <a:pPr>
              <a:buFontTx/>
              <a:buChar char="-"/>
            </a:pPr>
            <a:r>
              <a:rPr lang="en-GB" sz="2800"/>
              <a:t>Feedback from these cohorts will be used to further develop the course and investigate scholarship activities into good practice using version control.</a:t>
            </a:r>
          </a:p>
        </p:txBody>
      </p:sp>
    </p:spTree>
    <p:extLst>
      <p:ext uri="{BB962C8B-B14F-4D97-AF65-F5344CB8AC3E}">
        <p14:creationId xmlns:p14="http://schemas.microsoft.com/office/powerpoint/2010/main" val="3287797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Using Version Control in Assessment –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Semester 2 MSc Data Analysis Skills course – focus on graduate attributes for careers in statistics and data science. </a:t>
            </a:r>
          </a:p>
          <a:p>
            <a:pPr>
              <a:buFontTx/>
              <a:buChar char="-"/>
            </a:pPr>
            <a:r>
              <a:rPr lang="en-GB" sz="2800" dirty="0"/>
              <a:t>Version control covered for 2 weeks of the course, using short course delivered in a flipped </a:t>
            </a:r>
            <a:r>
              <a:rPr lang="en-GB" sz="2800"/>
              <a:t>classroom format.</a:t>
            </a:r>
          </a:p>
          <a:p>
            <a:pPr>
              <a:buFontTx/>
              <a:buChar char="-"/>
            </a:pPr>
            <a:r>
              <a:rPr lang="en-GB" sz="2800" dirty="0"/>
              <a:t>Group project using version control for data analysis</a:t>
            </a:r>
          </a:p>
          <a:p>
            <a:pPr lvl="1">
              <a:buFontTx/>
              <a:buChar char="-"/>
            </a:pPr>
            <a:r>
              <a:rPr lang="en-GB" sz="2800" dirty="0"/>
              <a:t>Groups create repository for R/Python analysis</a:t>
            </a:r>
          </a:p>
          <a:p>
            <a:pPr lvl="1">
              <a:buFontTx/>
              <a:buChar char="-"/>
            </a:pPr>
            <a:r>
              <a:rPr lang="en-GB" sz="2800" dirty="0"/>
              <a:t>Promoting working in a collaborative environment</a:t>
            </a:r>
          </a:p>
          <a:p>
            <a:pPr lvl="1">
              <a:buFontTx/>
              <a:buChar char="-"/>
            </a:pPr>
            <a:r>
              <a:rPr lang="en-GB" sz="2800" dirty="0"/>
              <a:t>Assessment focus on general good practice, successful use of pull requests and code review.</a:t>
            </a:r>
          </a:p>
        </p:txBody>
      </p:sp>
    </p:spTree>
    <p:extLst>
      <p:ext uri="{BB962C8B-B14F-4D97-AF65-F5344CB8AC3E}">
        <p14:creationId xmlns:p14="http://schemas.microsoft.com/office/powerpoint/2010/main" val="307395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Using Version Control in Assessment –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5593248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Student feedback very positive on using version control. </a:t>
            </a:r>
          </a:p>
          <a:p>
            <a:pPr>
              <a:buFontTx/>
              <a:buChar char="-"/>
            </a:pPr>
            <a:r>
              <a:rPr lang="en-GB" sz="2800" dirty="0"/>
              <a:t>Enjoy practical exposure to group-based projects. </a:t>
            </a:r>
          </a:p>
          <a:p>
            <a:pPr>
              <a:buFontTx/>
              <a:buChar char="-"/>
            </a:pPr>
            <a:r>
              <a:rPr lang="en-GB" sz="2800" dirty="0"/>
              <a:t>This year:</a:t>
            </a:r>
          </a:p>
          <a:p>
            <a:pPr lvl="1">
              <a:buFontTx/>
              <a:buChar char="-"/>
            </a:pPr>
            <a:r>
              <a:rPr lang="en-GB" sz="2800" dirty="0"/>
              <a:t>Use new course materials.</a:t>
            </a:r>
          </a:p>
          <a:p>
            <a:pPr lvl="1">
              <a:buFontTx/>
              <a:buChar char="-"/>
            </a:pPr>
            <a:r>
              <a:rPr lang="en-GB" sz="2800" dirty="0"/>
              <a:t>Extra week of GitHub in labs.</a:t>
            </a:r>
          </a:p>
          <a:p>
            <a:pPr lvl="1">
              <a:buFontTx/>
              <a:buChar char="-"/>
            </a:pPr>
            <a:r>
              <a:rPr lang="en-GB" sz="2800"/>
              <a:t>Use GitHub Classroom⁵ to assist with administrative processes. </a:t>
            </a:r>
          </a:p>
        </p:txBody>
      </p:sp>
      <p:pic>
        <p:nvPicPr>
          <p:cNvPr id="13314" name="Picture 2" descr="GitHub Classroom">
            <a:extLst>
              <a:ext uri="{FF2B5EF4-FFF2-40B4-BE49-F238E27FC236}">
                <a16:creationId xmlns:a16="http://schemas.microsoft.com/office/drawing/2014/main" id="{0C739E7D-D35D-953A-AA6D-3D58FE60C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21" y="2563089"/>
            <a:ext cx="4050806" cy="212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035159-8A50-3C31-EA6D-47008B3C9C59}"/>
              </a:ext>
            </a:extLst>
          </p:cNvPr>
          <p:cNvSpPr txBox="1"/>
          <p:nvPr/>
        </p:nvSpPr>
        <p:spPr>
          <a:xfrm>
            <a:off x="782838" y="6412144"/>
            <a:ext cx="2254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 https://</a:t>
            </a:r>
            <a:r>
              <a:rPr lang="en-GB" sz="1200" dirty="0" err="1"/>
              <a:t>classroom.github.com</a:t>
            </a:r>
            <a:r>
              <a:rPr lang="en-GB" sz="1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96006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University at sunset">
            <a:extLst>
              <a:ext uri="{FF2B5EF4-FFF2-40B4-BE49-F238E27FC236}">
                <a16:creationId xmlns:a16="http://schemas.microsoft.com/office/drawing/2014/main" id="{778F38A2-01CF-7145-BA22-B7FAA6519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8D2E6-CE5E-9344-8A5F-03E8D2B1A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0453A2-AEE0-5240-8453-87A32EE76A19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DFC026-C260-A146-90D3-068313FC637F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10452A7-409E-2B4B-BDEB-4830E7E43CE4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19679AC-163D-0141-A7B2-1701C1A600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3BD8E9D-7401-184D-B897-73F772A32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CB68A71-5BDD-A040-A021-252AE28C2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C03AA1-5E47-2841-A2C0-74489FA31DD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7700" y="1798637"/>
            <a:ext cx="7737528" cy="703263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 you!</a:t>
            </a:r>
            <a:br>
              <a:rPr lang="en-GB">
                <a:solidFill>
                  <a:schemeClr val="bg1"/>
                </a:solidFill>
              </a:rPr>
            </a:b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Any questions?</a:t>
            </a:r>
            <a:br>
              <a:rPr lang="en-GB">
                <a:solidFill>
                  <a:schemeClr val="bg1"/>
                </a:solidFill>
              </a:rPr>
            </a:br>
            <a:br>
              <a:rPr lang="en-GB">
                <a:solidFill>
                  <a:schemeClr val="bg1"/>
                </a:solidFill>
              </a:rPr>
            </a:br>
            <a:br>
              <a:rPr lang="en-GB">
                <a:solidFill>
                  <a:schemeClr val="bg1"/>
                </a:solidFill>
              </a:rPr>
            </a:b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896</Words>
  <Application>Microsoft Macintosh PowerPoint</Application>
  <PresentationFormat>Widescreen</PresentationFormat>
  <Paragraphs>78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Using Version Control in Statistics Education</vt:lpstr>
      <vt:lpstr>Introduction - Why Version Control in statistics education?</vt:lpstr>
      <vt:lpstr>Introduction – Incorporating Version Control into Teaching</vt:lpstr>
      <vt:lpstr>Developing a Version Control Course – Case Study</vt:lpstr>
      <vt:lpstr>Developing a version control course – Considerations</vt:lpstr>
      <vt:lpstr>Considerations – Example Structure</vt:lpstr>
      <vt:lpstr>Developing a Version Control Course – Course Structure</vt:lpstr>
      <vt:lpstr>Considerations – Command line vs. GitHub Desktop</vt:lpstr>
      <vt:lpstr>Considerations – Visualising Branches</vt:lpstr>
      <vt:lpstr>Course Plans</vt:lpstr>
      <vt:lpstr>Using Version Control in Assessment – Case Study</vt:lpstr>
      <vt:lpstr>Using Version Control in Assessment – Case Study</vt:lpstr>
      <vt:lpstr>Thank you!  Any questions?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lastModifiedBy>Craig Alexander</cp:lastModifiedBy>
  <cp:revision>1</cp:revision>
  <dcterms:created xsi:type="dcterms:W3CDTF">2021-01-06T14:22:07Z</dcterms:created>
  <dcterms:modified xsi:type="dcterms:W3CDTF">2023-08-31T16:17:25Z</dcterms:modified>
</cp:coreProperties>
</file>